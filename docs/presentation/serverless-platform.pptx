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an immutable Revision. The KPA scales revisions on concurrency, including to zero; the Activator buffers requests while a revision wakes. DomainMapping lets us give one workload the same host in both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auto:0:fade"/>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auto:1:zoom"/>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auto:2:fade"/>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auto:3:fade"/>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auto:4:wipeD"/>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
        <p:nvSpPr>
          <p:cNvPr id="8" name="auto:5:wipeD"/>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auto:6:wipeD"/>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2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400"/>
                                        <p:tgtEl>
                                          <p:spTgt spid="3"/>
                                        </p:tgtEl>
                                      </p:cBhvr>
                                    </p:animEffect>
                                  </p:childTnLst>
                                </p:cTn>
                              </p:par>
                              <p:par>
                                <p:cTn id="9" presetID="53" presetClass="entr" presetSubtype="0" fill="hold" grpId="0" nodeType="withEffect">
                                  <p:stCondLst>
                                    <p:cond delay="8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Scale>
                                      <p:cBhvr>
                                        <p:cTn id="8" dur="450" fill="hold"/>
                                        <p:tgtEl>
                                          <p:spTgt spid="4"/>
                                        </p:tgtEl>
                                      </p:cBhvr>
                                      <p:from x="60000" y="60000"/>
                                      <p:to x="100000" y="100000"/>
                                    </p:animScale>
                                  </p:childTnLst>
                                </p:cTn>
                              </p:par>
                              <p:par>
                                <p:cTn id="12" presetID="10" presetClass="entr" presetSubtype="0" fill="hold" grpId="0" nodeType="withEffect">
                                  <p:stCondLst>
                                    <p:cond delay="1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childTnLst>
                                </p:cTn>
                              </p:par>
                              <p:par>
                                <p:cTn id="15" presetID="10" presetClass="entr" presetSubtype="0" fill="hold" grpId="0" nodeType="withEffect">
                                  <p:stCondLst>
                                    <p:cond delay="24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00"/>
                                        <p:tgtEl>
                                          <p:spTgt spid="6"/>
                                        </p:tgtEl>
                                      </p:cBhvr>
                                    </p:animEffect>
                                  </p:childTnLst>
                                </p:cTn>
                              </p:par>
                              <p:par>
                                <p:cTn id="18" presetID="22" presetClass="entr" presetSubtype="4" fill="hold" grpId="0" nodeType="withEffect">
                                  <p:stCondLst>
                                    <p:cond delay="32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350"/>
                                        <p:tgtEl>
                                          <p:spTgt spid="7"/>
                                        </p:tgtEl>
                                      </p:cBhvr>
                                    </p:animEffect>
                                  </p:childTnLst>
                                </p:cTn>
                              </p:par>
                              <p:par>
                                <p:cTn id="21" presetID="22" presetClass="entr" presetSubtype="4"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350"/>
                                        <p:tgtEl>
                                          <p:spTgt spid="8"/>
                                        </p:tgtEl>
                                      </p:cBhvr>
                                    </p:animEffect>
                                  </p:childTnLst>
                                </p:cTn>
                              </p:par>
                              <p:par>
                                <p:cTn id="24" presetID="22" presetClass="entr" presetSubtype="4" fill="hold" grpId="0" nodeType="withEffect">
                                  <p:stCondLst>
                                    <p:cond delay="480"/>
                                  </p:stCondLst>
                                  <p:childTnLst>
                                    <p:set>
                                      <p:cBhvr>
                                        <p:cTn id="22" dur="1" fill="hold">
                                          <p:stCondLst>
                                            <p:cond delay="0"/>
                                          </p:stCondLst>
                                        </p:cTn>
                                        <p:tgtEl>
                                          <p:spTgt spid="9"/>
                                        </p:tgtEl>
                                        <p:attrNameLst>
                                          <p:attrName>style.visibility</p:attrName>
                                        </p:attrNameLst>
                                      </p:cBhvr>
                                      <p:to>
                                        <p:strVal val="visible"/>
                                      </p:to>
                                    </p:set>
                                    <p:animEffect transition="in" filter="wipe(down)">
                                      <p:cBhvr>
                                        <p:cTn id="23"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Knative and the Operator</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contract, mTLS, two regions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buildpacks, kpack, build controller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portal and cloudlet-apis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Where we go next</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23</a:t>
            </a:r>
            <a:endParaRPr lang="en-US" sz="5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four topics · one platform</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Knative?</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Kubernetes building blocks for serverless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Service owns Configuration and Route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Every change is an immutable Revision</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 concurrency in, replicas out</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Activator wakes revisions from zero</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DomainMapping: your own hostname</a:t>
            </a:r>
            <a:endParaRPr lang="en-US" sz="1700" dirty="0"/>
          </a:p>
        </p:txBody>
      </p:sp>
      <p:sp>
        <p:nvSpPr>
          <p:cNvPr id="17" name="auto:0:wipeL"/>
          <p:cNvSpPr/>
          <p:nvPr/>
        </p:nvSpPr>
        <p:spPr>
          <a:xfrm flipH="1">
            <a:off x="7431024" y="2677058"/>
            <a:ext cx="1438656" cy="593446"/>
          </a:xfrm>
          <a:prstGeom prst="line">
            <a:avLst/>
          </a:prstGeom>
          <a:noFill/>
          <a:ln w="15875">
            <a:solidFill>
              <a:srgbClr val="98A2B3"/>
            </a:solidFill>
            <a:prstDash val="solid"/>
            <a:tailEnd type="triangle"/>
          </a:ln>
        </p:spPr>
      </p:sp>
      <p:sp>
        <p:nvSpPr>
          <p:cNvPr id="18" name="auto:1:wipeL"/>
          <p:cNvSpPr/>
          <p:nvPr/>
        </p:nvSpPr>
        <p:spPr>
          <a:xfrm>
            <a:off x="8869680" y="2677058"/>
            <a:ext cx="1438656" cy="593446"/>
          </a:xfrm>
          <a:prstGeom prst="line">
            <a:avLst/>
          </a:prstGeom>
          <a:noFill/>
          <a:ln w="15875">
            <a:solidFill>
              <a:srgbClr val="98A2B3"/>
            </a:solidFill>
            <a:prstDash val="solid"/>
            <a:tailEnd type="triangle"/>
          </a:ln>
        </p:spPr>
      </p:sp>
      <p:sp>
        <p:nvSpPr>
          <p:cNvPr id="19" name="auto:2:wipeL"/>
          <p:cNvSpPr/>
          <p:nvPr/>
        </p:nvSpPr>
        <p:spPr>
          <a:xfrm>
            <a:off x="7431024" y="3845966"/>
            <a:ext cx="0" cy="593446"/>
          </a:xfrm>
          <a:prstGeom prst="line">
            <a:avLst/>
          </a:prstGeom>
          <a:noFill/>
          <a:ln w="15875">
            <a:solidFill>
              <a:srgbClr val="98A2B3"/>
            </a:solidFill>
            <a:prstDash val="solid"/>
            <a:tailEnd type="triangle"/>
          </a:ln>
        </p:spPr>
      </p:sp>
      <p:sp>
        <p:nvSpPr>
          <p:cNvPr id="20" name="auto:3:wipeL"/>
          <p:cNvSpPr/>
          <p:nvPr/>
        </p:nvSpPr>
        <p:spPr>
          <a:xfrm flipH="1">
            <a:off x="8510016" y="4727143"/>
            <a:ext cx="719328" cy="0"/>
          </a:xfrm>
          <a:prstGeom prst="line">
            <a:avLst/>
          </a:prstGeom>
          <a:noFill/>
          <a:ln w="15875">
            <a:solidFill>
              <a:srgbClr val="98A2B3"/>
            </a:solidFill>
            <a:prstDash val="dash"/>
            <a:tailEnd type="triangle"/>
          </a:ln>
        </p:spPr>
      </p:sp>
      <p:sp>
        <p:nvSpPr>
          <p:cNvPr id="21" name="auto:4:wipeD"/>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2" name="auto:5:fade"/>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3" name="auto:6:wipeD"/>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4" name="auto:7:fade"/>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a:t>
            </a:r>
            <a:endParaRPr lang="en-US" sz="1200" dirty="0"/>
          </a:p>
        </p:txBody>
      </p:sp>
      <p:sp>
        <p:nvSpPr>
          <p:cNvPr id="25" name="auto:8:wipeD"/>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6" name="auto:9:fade"/>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7" name="auto:10:wipeD"/>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8" name="auto:11:fade"/>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9" name="auto:12:wipeD"/>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30" name="auto:13:fade"/>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Autoscaler (KPA)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replicas</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fade"/>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auto:2:fade"/>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fade"/>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auto:5:fade"/>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fade"/>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auto:8:fade"/>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fade"/>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auto:11:fade"/>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fade"/>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auto:14:fade"/>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auto:1: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auto:2: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auto:3: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auto:4: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auto:5: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auto:6: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auto:7: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auto:8: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auto:9:wipeL"/>
          <p:cNvSpPr/>
          <p:nvPr/>
        </p:nvSpPr>
        <p:spPr>
          <a:xfrm>
            <a:off x="6172200" y="3063240"/>
            <a:ext cx="5394960" cy="0"/>
          </a:xfrm>
          <a:prstGeom prst="line">
            <a:avLst/>
          </a:prstGeom>
          <a:noFill/>
          <a:ln w="6350">
            <a:solidFill>
              <a:srgbClr val="E4E7EC"/>
            </a:solidFill>
            <a:prstDash val="solid"/>
          </a:ln>
        </p:spPr>
      </p:sp>
      <p:sp>
        <p:nvSpPr>
          <p:cNvPr id="21" name="auto:10: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auto:11: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auto:12: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auto:13:wipeL"/>
          <p:cNvSpPr/>
          <p:nvPr/>
        </p:nvSpPr>
        <p:spPr>
          <a:xfrm>
            <a:off x="6172200" y="3566160"/>
            <a:ext cx="5394960" cy="0"/>
          </a:xfrm>
          <a:prstGeom prst="line">
            <a:avLst/>
          </a:prstGeom>
          <a:noFill/>
          <a:ln w="6350">
            <a:solidFill>
              <a:srgbClr val="E4E7EC"/>
            </a:solidFill>
            <a:prstDash val="solid"/>
          </a:ln>
        </p:spPr>
      </p:sp>
      <p:sp>
        <p:nvSpPr>
          <p:cNvPr id="25" name="auto:14: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auto:15: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auto:16: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auto:17:wipeL"/>
          <p:cNvSpPr/>
          <p:nvPr/>
        </p:nvSpPr>
        <p:spPr>
          <a:xfrm>
            <a:off x="6172200" y="4069080"/>
            <a:ext cx="5394960" cy="0"/>
          </a:xfrm>
          <a:prstGeom prst="line">
            <a:avLst/>
          </a:prstGeom>
          <a:noFill/>
          <a:ln w="6350">
            <a:solidFill>
              <a:srgbClr val="E4E7EC"/>
            </a:solidFill>
            <a:prstDash val="solid"/>
          </a:ln>
        </p:spPr>
      </p:sp>
      <p:sp>
        <p:nvSpPr>
          <p:cNvPr id="29" name="auto:18: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auto:19: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auto:20: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auto:21:wipeL"/>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wipe(down)">
                                      <p:cBhvr>
                                        <p:cTn id="4" dur="350"/>
                                        <p:tgtEl>
                                          <p:spTgt spid="11"/>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32" presetID="22" presetClass="entr" presetSubtype="8" fill="hold" grpId="0" nodeType="withEffect">
                                  <p:stCondLst>
                                    <p:cond delay="720"/>
                                  </p:stCondLst>
                                  <p:childTnLst>
                                    <p:set>
                                      <p:cBhvr>
                                        <p:cTn id="30" dur="1" fill="hold">
                                          <p:stCondLst>
                                            <p:cond delay="0"/>
                                          </p:stCondLst>
                                        </p:cTn>
                                        <p:tgtEl>
                                          <p:spTgt spid="20"/>
                                        </p:tgtEl>
                                        <p:attrNameLst>
                                          <p:attrName>style.visibility</p:attrName>
                                        </p:attrNameLst>
                                      </p:cBhvr>
                                      <p:to>
                                        <p:strVal val="visible"/>
                                      </p:to>
                                    </p:set>
                                    <p:animEffect transition="in" filter="wipe(left)">
                                      <p:cBhvr>
                                        <p:cTn id="31" dur="350"/>
                                        <p:tgtEl>
                                          <p:spTgt spid="20"/>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4" presetID="22" presetClass="entr" presetSubtype="8" fill="hold" grpId="0" nodeType="withEffect">
                                  <p:stCondLst>
                                    <p:cond delay="1040"/>
                                  </p:stCondLst>
                                  <p:childTnLst>
                                    <p:set>
                                      <p:cBhvr>
                                        <p:cTn id="42" dur="1" fill="hold">
                                          <p:stCondLst>
                                            <p:cond delay="0"/>
                                          </p:stCondLst>
                                        </p:cTn>
                                        <p:tgtEl>
                                          <p:spTgt spid="24"/>
                                        </p:tgtEl>
                                        <p:attrNameLst>
                                          <p:attrName>style.visibility</p:attrName>
                                        </p:attrNameLst>
                                      </p:cBhvr>
                                      <p:to>
                                        <p:strVal val="visible"/>
                                      </p:to>
                                    </p:set>
                                    <p:animEffect transition="in" filter="wipe(left)">
                                      <p:cBhvr>
                                        <p:cTn id="43" dur="350"/>
                                        <p:tgtEl>
                                          <p:spTgt spid="24"/>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6" presetID="22" presetClass="entr" presetSubtype="8" fill="hold" grpId="0" nodeType="withEffect">
                                  <p:stCondLst>
                                    <p:cond delay="1360"/>
                                  </p:stCondLst>
                                  <p:childTnLst>
                                    <p:set>
                                      <p:cBhvr>
                                        <p:cTn id="54" dur="1" fill="hold">
                                          <p:stCondLst>
                                            <p:cond delay="0"/>
                                          </p:stCondLst>
                                        </p:cTn>
                                        <p:tgtEl>
                                          <p:spTgt spid="28"/>
                                        </p:tgtEl>
                                        <p:attrNameLst>
                                          <p:attrName>style.visibility</p:attrName>
                                        </p:attrNameLst>
                                      </p:cBhvr>
                                      <p:to>
                                        <p:strVal val="visible"/>
                                      </p:to>
                                    </p:set>
                                    <p:animEffect transition="in" filter="wipe(left)">
                                      <p:cBhvr>
                                        <p:cTn id="55" dur="350"/>
                                        <p:tgtEl>
                                          <p:spTgt spid="28"/>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8" presetID="22" presetClass="entr" presetSubtype="8" fill="hold" grpId="0" nodeType="withEffect">
                                  <p:stCondLst>
                                    <p:cond delay="1680"/>
                                  </p:stCondLst>
                                  <p:childTnLst>
                                    <p:set>
                                      <p:cBhvr>
                                        <p:cTn id="66" dur="1" fill="hold">
                                          <p:stCondLst>
                                            <p:cond delay="0"/>
                                          </p:stCondLst>
                                        </p:cTn>
                                        <p:tgtEl>
                                          <p:spTgt spid="32"/>
                                        </p:tgtEl>
                                        <p:attrNameLst>
                                          <p:attrName>style.visibility</p:attrName>
                                        </p:attrNameLst>
                                      </p:cBhvr>
                                      <p:to>
                                        <p:strVal val="visible"/>
                                      </p:to>
                                    </p:set>
                                    <p:animEffect transition="in" filter="wipe(left)">
                                      <p:cBhvr>
                                        <p:cTn id="67" dur="350"/>
                                        <p:tgtEl>
                                          <p:spTgt spid="32"/>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left)">
                                      <p:cBhvr>
                                        <p:cTn id="72" dur="350"/>
                                        <p:tgtEl>
                                          <p:spTgt spid="5"/>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wipe(left)">
                                      <p:cBhvr>
                                        <p:cTn id="75" dur="350"/>
                                        <p:tgtEl>
                                          <p:spTgt spid="6"/>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7"/>
                                        </p:tgtEl>
                                        <p:attrNameLst>
                                          <p:attrName>style.visibility</p:attrName>
                                        </p:attrNameLst>
                                      </p:cBhvr>
                                      <p:to>
                                        <p:strVal val="visible"/>
                                      </p:to>
                                    </p:set>
                                    <p:animEffect transition="in" filter="wipe(left)">
                                      <p:cBhvr>
                                        <p:cTn id="80" dur="350"/>
                                        <p:tgtEl>
                                          <p:spTgt spid="7"/>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8"/>
                                        </p:tgtEl>
                                        <p:attrNameLst>
                                          <p:attrName>style.visibility</p:attrName>
                                        </p:attrNameLst>
                                      </p:cBhvr>
                                      <p:to>
                                        <p:strVal val="visible"/>
                                      </p:to>
                                    </p:set>
                                    <p:animEffect transition="in" filter="wipe(left)">
                                      <p:cBhvr>
                                        <p:cTn id="83" dur="350"/>
                                        <p:tgtEl>
                                          <p:spTgt spid="8"/>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9"/>
                                        </p:tgtEl>
                                        <p:attrNameLst>
                                          <p:attrName>style.visibility</p:attrName>
                                        </p:attrNameLst>
                                      </p:cBhvr>
                                      <p:to>
                                        <p:strVal val="visible"/>
                                      </p:to>
                                    </p:set>
                                    <p:animEffect transition="in" filter="wipe(left)">
                                      <p:cBhvr>
                                        <p:cTn id="88" dur="350"/>
                                        <p:tgtEl>
                                          <p:spTgt spid="9"/>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0"/>
                                        </p:tgtEl>
                                        <p:attrNameLst>
                                          <p:attrName>style.visibility</p:attrName>
                                        </p:attrNameLst>
                                      </p:cBhvr>
                                      <p:to>
                                        <p:strVal val="visible"/>
                                      </p:to>
                                    </p:set>
                                    <p:animEffect transition="in" filter="wipe(left)">
                                      <p:cBhvr>
                                        <p:cTn id="91" dur="3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workload on every cluster.</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07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cloudlet-apis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auto:0:zoom"/>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auto:1:fade"/>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auto:2:zoom"/>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auto:3:fade"/>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auto:4:zoom"/>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auto:5:fade"/>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auto:6:zoom"/>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auto:7:fade"/>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par>
                                <p:cTn id="13" presetID="53" presetClass="entr" presetSubtype="0" fill="hold" grpId="0" nodeType="withEffect">
                                  <p:stCondLst>
                                    <p:cond delay="16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50"/>
                                        <p:tgtEl>
                                          <p:spTgt spid="17"/>
                                        </p:tgtEl>
                                      </p:cBhvr>
                                    </p:animEffect>
                                    <p:animScale>
                                      <p:cBhvr>
                                        <p:cTn id="12" dur="450" fill="hold"/>
                                        <p:tgtEl>
                                          <p:spTgt spid="17"/>
                                        </p:tgtEl>
                                      </p:cBhvr>
                                      <p:from x="60000" y="60000"/>
                                      <p:to x="100000" y="100000"/>
                                    </p:animScale>
                                  </p:childTnLst>
                                </p:cTn>
                              </p:par>
                              <p:par>
                                <p:cTn id="16" presetID="10" presetClass="entr" presetSubtype="0" fill="hold" grpId="0" nodeType="withEffect">
                                  <p:stCondLst>
                                    <p:cond delay="24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20" presetID="53" presetClass="entr" presetSubtype="0" fill="hold" grpId="0" nodeType="withEffect">
                                  <p:stCondLst>
                                    <p:cond delay="32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50"/>
                                        <p:tgtEl>
                                          <p:spTgt spid="19"/>
                                        </p:tgtEl>
                                      </p:cBhvr>
                                    </p:animEffect>
                                    <p:animScale>
                                      <p:cBhvr>
                                        <p:cTn id="19" dur="450" fill="hold"/>
                                        <p:tgtEl>
                                          <p:spTgt spid="19"/>
                                        </p:tgtEl>
                                      </p:cBhvr>
                                      <p:from x="60000" y="60000"/>
                                      <p:to x="100000" y="100000"/>
                                    </p:animScale>
                                  </p:childTnLst>
                                </p:cTn>
                              </p:par>
                              <p:par>
                                <p:cTn id="23" presetID="10" presetClass="entr" presetSubtype="0" fill="hold" grpId="0" nodeType="withEffect">
                                  <p:stCondLst>
                                    <p:cond delay="40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7" presetID="53" presetClass="entr" presetSubtype="0" fill="hold" grpId="0" nodeType="withEffect">
                                  <p:stCondLst>
                                    <p:cond delay="48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50"/>
                                        <p:tgtEl>
                                          <p:spTgt spid="21"/>
                                        </p:tgtEl>
                                      </p:cBhvr>
                                    </p:animEffect>
                                    <p:animScale>
                                      <p:cBhvr>
                                        <p:cTn id="26" dur="450" fill="hold"/>
                                        <p:tgtEl>
                                          <p:spTgt spid="21"/>
                                        </p:tgtEl>
                                      </p:cBhvr>
                                      <p:from x="60000" y="60000"/>
                                      <p:to x="100000" y="100000"/>
                                    </p:animScale>
                                  </p:childTnLst>
                                </p:cTn>
                              </p:par>
                              <p:par>
                                <p:cTn id="30" presetID="10" presetClass="entr" presetSubtype="0" fill="hold" grpId="0" nodeType="withEffect">
                                  <p:stCondLst>
                                    <p:cond delay="5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5" presetID="22" presetClass="entr" presetSubtype="8"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left)">
                                      <p:cBhvr>
                                        <p:cTn id="34" dur="350"/>
                                        <p:tgtEl>
                                          <p:spTgt spid="5"/>
                                        </p:tgtEl>
                                      </p:cBhvr>
                                    </p:animEffect>
                                  </p:childTnLst>
                                </p:cTn>
                              </p:par>
                              <p:par>
                                <p:cTn id="38" presetID="22" presetClass="entr" presetSubtype="8"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wipe(left)">
                                      <p:cBhvr>
                                        <p:cTn id="37" dur="350"/>
                                        <p:tgtEl>
                                          <p:spTgt spid="6"/>
                                        </p:tgtEl>
                                      </p:cBhvr>
                                    </p:animEffect>
                                  </p:childTnLst>
                                </p:cTn>
                              </p:par>
                            </p:childTnLst>
                          </p:cTn>
                        </p:par>
                      </p:childTnLst>
                    </p:cTn>
                  </p:par>
                  <p:par>
                    <p:cTn id="47" fill="hold">
                      <p:stCondLst>
                        <p:cond delay="indefinite"/>
                      </p:stCondLst>
                      <p:childTnLst>
                        <p:par>
                          <p:cTn id="48" fill="hold">
                            <p:stCondLst>
                              <p:cond delay="0"/>
                            </p:stCondLst>
                            <p:childTnLst>
                              <p:par>
                                <p:cTn id="43"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350"/>
                                        <p:tgtEl>
                                          <p:spTgt spid="7"/>
                                        </p:tgtEl>
                                      </p:cBhvr>
                                    </p:animEffect>
                                  </p:childTnLst>
                                </p:cTn>
                              </p:par>
                              <p:par>
                                <p:cTn id="46" presetID="22" presetClass="entr" presetSubtype="8" fill="hold" grpId="0" nodeType="with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wipe(left)">
                                      <p:cBhvr>
                                        <p:cTn id="45" dur="350"/>
                                        <p:tgtEl>
                                          <p:spTgt spid="8"/>
                                        </p:tgtEl>
                                      </p:cBhvr>
                                    </p:animEffect>
                                  </p:childTnLst>
                                </p:cTn>
                              </p:par>
                            </p:childTnLst>
                          </p:cTn>
                        </p:par>
                      </p:childTnLst>
                    </p:cTn>
                  </p:par>
                  <p:par>
                    <p:cTn id="55" fill="hold">
                      <p:stCondLst>
                        <p:cond delay="indefinite"/>
                      </p:stCondLst>
                      <p:childTnLst>
                        <p:par>
                          <p:cTn id="56" fill="hold">
                            <p:stCondLst>
                              <p:cond delay="0"/>
                            </p:stCondLst>
                            <p:childTnLst>
                              <p:par>
                                <p:cTn id="51" presetID="22" presetClass="entr" presetSubtype="8" fill="hold" grpId="0"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left)">
                                      <p:cBhvr>
                                        <p:cTn id="50" dur="350"/>
                                        <p:tgtEl>
                                          <p:spTgt spid="9"/>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wipe(left)">
                                      <p:cBhvr>
                                        <p:cTn id="53" dur="350"/>
                                        <p:tgtEl>
                                          <p:spTgt spid="10"/>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wipe(left)">
                                      <p:cBhvr>
                                        <p:cTn id="58" dur="350"/>
                                        <p:tgtEl>
                                          <p:spTgt spid="11"/>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wipe(left)">
                                      <p:cBhvr>
                                        <p:cTn id="61" dur="350"/>
                                        <p:tgtEl>
                                          <p:spTgt spid="12"/>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6" dur="350"/>
                                        <p:tgtEl>
                                          <p:spTgt spid="13"/>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wipe(left)">
                                      <p:cBhvr>
                                        <p:cTn id="6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Streams use short-lived tickets</a:t>
            </a:r>
            <a:endParaRPr lang="en-US" sz="1900" dirty="0"/>
          </a:p>
        </p:txBody>
      </p:sp>
      <p:sp>
        <p:nvSpPr>
          <p:cNvPr id="13" name="auto:0:wipeD"/>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auto:1:fade"/>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350"/>
                                        <p:tgtEl>
                                          <p:spTgt spid="5"/>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350"/>
                                        <p:tgtEl>
                                          <p:spTgt spid="6"/>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20" dur="350"/>
                                        <p:tgtEl>
                                          <p:spTgt spid="7"/>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350"/>
                                        <p:tgtEl>
                                          <p:spTgt spid="8"/>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350"/>
                                        <p:tgtEl>
                                          <p:spTgt spid="9"/>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350"/>
                                        <p:tgtEl>
                                          <p:spTgt spid="10"/>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350"/>
                                        <p:tgtEl>
                                          <p:spTgt spid="11"/>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auto:0:wipeD"/>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auto:1:fade"/>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auto:2:wipeL"/>
          <p:cNvSpPr/>
          <p:nvPr/>
        </p:nvSpPr>
        <p:spPr>
          <a:xfrm>
            <a:off x="7223760" y="2478024"/>
            <a:ext cx="256032" cy="0"/>
          </a:xfrm>
          <a:prstGeom prst="line">
            <a:avLst/>
          </a:prstGeom>
          <a:noFill/>
          <a:ln w="15875">
            <a:solidFill>
              <a:srgbClr val="98A2B3"/>
            </a:solidFill>
            <a:prstDash val="solid"/>
            <a:tailEnd type="triangle"/>
          </a:ln>
        </p:spPr>
      </p:sp>
      <p:sp>
        <p:nvSpPr>
          <p:cNvPr id="18" name="auto:3:wipeD"/>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auto:4:fade"/>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auto:5:wipeL"/>
          <p:cNvSpPr/>
          <p:nvPr/>
        </p:nvSpPr>
        <p:spPr>
          <a:xfrm>
            <a:off x="8531352" y="2478024"/>
            <a:ext cx="256032" cy="0"/>
          </a:xfrm>
          <a:prstGeom prst="line">
            <a:avLst/>
          </a:prstGeom>
          <a:noFill/>
          <a:ln w="15875">
            <a:solidFill>
              <a:srgbClr val="98A2B3"/>
            </a:solidFill>
            <a:prstDash val="solid"/>
            <a:tailEnd type="triangle"/>
          </a:ln>
        </p:spPr>
      </p:sp>
      <p:sp>
        <p:nvSpPr>
          <p:cNvPr id="21" name="auto:6:wipeD"/>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auto:7:fade"/>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auto:8:wipeL"/>
          <p:cNvSpPr/>
          <p:nvPr/>
        </p:nvSpPr>
        <p:spPr>
          <a:xfrm>
            <a:off x="9838944" y="2478024"/>
            <a:ext cx="256032" cy="0"/>
          </a:xfrm>
          <a:prstGeom prst="line">
            <a:avLst/>
          </a:prstGeom>
          <a:noFill/>
          <a:ln w="15875">
            <a:solidFill>
              <a:srgbClr val="98A2B3"/>
            </a:solidFill>
            <a:prstDash val="solid"/>
            <a:tailEnd type="triangle"/>
          </a:ln>
        </p:spPr>
      </p:sp>
      <p:sp>
        <p:nvSpPr>
          <p:cNvPr id="24" name="auto:9:wipeD"/>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auto:10:fade"/>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auto:11:wipeD"/>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auto:12:fade"/>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auto:13:fade"/>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auto:14:wipeD"/>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auto:15:fade"/>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auto:16:wipeD"/>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auto:17:fade"/>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auto:18:wipeD"/>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auto:19:fade"/>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auto:20:wipeD"/>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auto:21:fade"/>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auto:22:wipeD"/>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auto:23:fade"/>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22" presetClass="entr" presetSubtype="8"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left)">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left)">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wipe(down)">
                                      <p:cBhvr>
                                        <p:cTn id="58" dur="35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wipe(down)">
                                      <p:cBhvr>
                                        <p:cTn id="70" dur="35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5"/>
                                        </p:tgtEl>
                                        <p:attrNameLst>
                                          <p:attrName>style.visibility</p:attrName>
                                        </p:attrNameLst>
                                      </p:cBhvr>
                                      <p:to>
                                        <p:strVal val="visible"/>
                                      </p:to>
                                    </p:set>
                                    <p:animEffect transition="in" filter="wipe(left)">
                                      <p:cBhvr>
                                        <p:cTn id="78" dur="350"/>
                                        <p:tgtEl>
                                          <p:spTgt spid="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wipe(left)">
                                      <p:cBhvr>
                                        <p:cTn id="81" dur="350"/>
                                        <p:tgtEl>
                                          <p:spTgt spid="6"/>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wipe(left)">
                                      <p:cBhvr>
                                        <p:cTn id="86" dur="350"/>
                                        <p:tgtEl>
                                          <p:spTgt spid="7"/>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8"/>
                                        </p:tgtEl>
                                        <p:attrNameLst>
                                          <p:attrName>style.visibility</p:attrName>
                                        </p:attrNameLst>
                                      </p:cBhvr>
                                      <p:to>
                                        <p:strVal val="visible"/>
                                      </p:to>
                                    </p:set>
                                    <p:animEffect transition="in" filter="wipe(left)">
                                      <p:cBhvr>
                                        <p:cTn id="89" dur="350"/>
                                        <p:tgtEl>
                                          <p:spTgt spid="8"/>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4" dur="350"/>
                                        <p:tgtEl>
                                          <p:spTgt spid="9"/>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7" dur="350"/>
                                        <p:tgtEl>
                                          <p:spTgt spid="10"/>
                                        </p:tgtEl>
                                      </p:cBhvr>
                                    </p:animEffect>
                                  </p:childTnLst>
                                </p:cTn>
                              </p:par>
                            </p:childTnLst>
                          </p:cTn>
                        </p:par>
                      </p:childTnLst>
                    </p:cTn>
                  </p:par>
                  <p:par>
                    <p:cTn id="107" fill="hold">
                      <p:stCondLst>
                        <p:cond delay="indefinite"/>
                      </p:stCondLst>
                      <p:childTnLst>
                        <p:par>
                          <p:cTn id="108" fill="hold">
                            <p:stCondLst>
                              <p:cond delay="0"/>
                            </p:stCondLst>
                            <p:childTnLst>
                              <p:par>
                                <p:cTn id="103" presetID="22" presetClass="entr" presetSubtype="8" fill="hold" grpId="0" nodeType="clickEffect">
                                  <p:stCondLst>
                                    <p:cond delay="0"/>
                                  </p:stCondLst>
                                  <p:childTnLst>
                                    <p:set>
                                      <p:cBhvr>
                                        <p:cTn id="101" dur="1" fill="hold">
                                          <p:stCondLst>
                                            <p:cond delay="0"/>
                                          </p:stCondLst>
                                        </p:cTn>
                                        <p:tgtEl>
                                          <p:spTgt spid="11"/>
                                        </p:tgtEl>
                                        <p:attrNameLst>
                                          <p:attrName>style.visibility</p:attrName>
                                        </p:attrNameLst>
                                      </p:cBhvr>
                                      <p:to>
                                        <p:strVal val="visible"/>
                                      </p:to>
                                    </p:set>
                                    <p:animEffect transition="in" filter="wipe(left)">
                                      <p:cBhvr>
                                        <p:cTn id="102" dur="350"/>
                                        <p:tgtEl>
                                          <p:spTgt spid="11"/>
                                        </p:tgtEl>
                                      </p:cBhvr>
                                    </p:animEffect>
                                  </p:childTnLst>
                                </p:cTn>
                              </p:par>
                              <p:par>
                                <p:cTn id="106" presetID="22" presetClass="entr" presetSubtype="8" fill="hold" grpId="0" nodeType="withEffect">
                                  <p:stCondLst>
                                    <p:cond delay="0"/>
                                  </p:stCondLst>
                                  <p:childTnLst>
                                    <p:set>
                                      <p:cBhvr>
                                        <p:cTn id="104" dur="1" fill="hold">
                                          <p:stCondLst>
                                            <p:cond delay="0"/>
                                          </p:stCondLst>
                                        </p:cTn>
                                        <p:tgtEl>
                                          <p:spTgt spid="12"/>
                                        </p:tgtEl>
                                        <p:attrNameLst>
                                          <p:attrName>style.visibility</p:attrName>
                                        </p:attrNameLst>
                                      </p:cBhvr>
                                      <p:to>
                                        <p:strVal val="visible"/>
                                      </p:to>
                                    </p:set>
                                    <p:animEffect transition="in" filter="wipe(left)">
                                      <p:cBhvr>
                                        <p:cTn id="105" dur="350"/>
                                        <p:tgtEl>
                                          <p:spTgt spid="12"/>
                                        </p:tgtEl>
                                      </p:cBhvr>
                                    </p:animEffect>
                                  </p:childTnLst>
                                </p:cTn>
                              </p:par>
                            </p:childTnLst>
                          </p:cTn>
                        </p:par>
                      </p:childTnLst>
                    </p:cTn>
                  </p:par>
                  <p:par>
                    <p:cTn id="115" fill="hold">
                      <p:stCondLst>
                        <p:cond delay="indefinite"/>
                      </p:stCondLst>
                      <p:childTnLst>
                        <p:par>
                          <p:cTn id="116" fill="hold">
                            <p:stCondLst>
                              <p:cond delay="0"/>
                            </p:stCondLst>
                            <p:childTnLst>
                              <p:par>
                                <p:cTn id="111" presetID="22" presetClass="entr" presetSubtype="8" fill="hold" grpId="0" nodeType="clickEffect">
                                  <p:stCondLst>
                                    <p:cond delay="0"/>
                                  </p:stCondLst>
                                  <p:childTnLst>
                                    <p:set>
                                      <p:cBhvr>
                                        <p:cTn id="109" dur="1" fill="hold">
                                          <p:stCondLst>
                                            <p:cond delay="0"/>
                                          </p:stCondLst>
                                        </p:cTn>
                                        <p:tgtEl>
                                          <p:spTgt spid="13"/>
                                        </p:tgtEl>
                                        <p:attrNameLst>
                                          <p:attrName>style.visibility</p:attrName>
                                        </p:attrNameLst>
                                      </p:cBhvr>
                                      <p:to>
                                        <p:strVal val="visible"/>
                                      </p:to>
                                    </p:set>
                                    <p:animEffect transition="in" filter="wipe(left)">
                                      <p:cBhvr>
                                        <p:cTn id="110" dur="350"/>
                                        <p:tgtEl>
                                          <p:spTgt spid="13"/>
                                        </p:tgtEl>
                                      </p:cBhvr>
                                    </p:animEffect>
                                  </p:childTnLst>
                                </p:cTn>
                              </p:par>
                              <p:par>
                                <p:cTn id="114" presetID="22" presetClass="entr" presetSubtype="8" fill="hold" grpId="0" nodeType="withEffect">
                                  <p:stCondLst>
                                    <p:cond delay="0"/>
                                  </p:stCondLst>
                                  <p:childTnLst>
                                    <p:set>
                                      <p:cBhvr>
                                        <p:cTn id="112" dur="1" fill="hold">
                                          <p:stCondLst>
                                            <p:cond delay="0"/>
                                          </p:stCondLst>
                                        </p:cTn>
                                        <p:tgtEl>
                                          <p:spTgt spid="14"/>
                                        </p:tgtEl>
                                        <p:attrNameLst>
                                          <p:attrName>style.visibility</p:attrName>
                                        </p:attrNameLst>
                                      </p:cBhvr>
                                      <p:to>
                                        <p:strVal val="visible"/>
                                      </p:to>
                                    </p:set>
                                    <p:animEffect transition="in" filter="wipe(left)">
                                      <p:cBhvr>
                                        <p:cTn id="11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auto:0:wipeL"/>
          <p:cNvSpPr/>
          <p:nvPr/>
        </p:nvSpPr>
        <p:spPr>
          <a:xfrm>
            <a:off x="8599932" y="2686050"/>
            <a:ext cx="539496" cy="0"/>
          </a:xfrm>
          <a:prstGeom prst="line">
            <a:avLst/>
          </a:prstGeom>
          <a:noFill/>
          <a:ln w="15875">
            <a:solidFill>
              <a:srgbClr val="98A2B3"/>
            </a:solidFill>
            <a:prstDash val="solid"/>
            <a:tailEnd type="triangle"/>
          </a:ln>
        </p:spPr>
      </p:sp>
      <p:sp>
        <p:nvSpPr>
          <p:cNvPr id="16" name="auto:1:wipeL"/>
          <p:cNvSpPr/>
          <p:nvPr/>
        </p:nvSpPr>
        <p:spPr>
          <a:xfrm>
            <a:off x="10263378" y="3000756"/>
            <a:ext cx="0" cy="809244"/>
          </a:xfrm>
          <a:prstGeom prst="line">
            <a:avLst/>
          </a:prstGeom>
          <a:noFill/>
          <a:ln w="15875">
            <a:solidFill>
              <a:srgbClr val="98A2B3"/>
            </a:solidFill>
            <a:prstDash val="solid"/>
            <a:tailEnd type="triangle"/>
          </a:ln>
        </p:spPr>
      </p:sp>
      <p:sp>
        <p:nvSpPr>
          <p:cNvPr id="17" name="auto:2:wipeL"/>
          <p:cNvSpPr/>
          <p:nvPr/>
        </p:nvSpPr>
        <p:spPr>
          <a:xfrm flipH="1">
            <a:off x="8599932" y="4124706"/>
            <a:ext cx="539496" cy="0"/>
          </a:xfrm>
          <a:prstGeom prst="line">
            <a:avLst/>
          </a:prstGeom>
          <a:noFill/>
          <a:ln w="15875">
            <a:solidFill>
              <a:srgbClr val="98A2B3"/>
            </a:solidFill>
            <a:prstDash val="solid"/>
            <a:tailEnd type="triangle"/>
          </a:ln>
        </p:spPr>
      </p:sp>
      <p:sp>
        <p:nvSpPr>
          <p:cNvPr id="18" name="auto:3:wipeL"/>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auto:4:wipeD"/>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auto:6:wipeD"/>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auto:7:fade"/>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auto:8:wipeD"/>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auto:10:wipeD"/>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auto:12:wipeD"/>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auto:13:fade"/>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auto:0:wipeL"/>
          <p:cNvSpPr/>
          <p:nvPr/>
        </p:nvSpPr>
        <p:spPr>
          <a:xfrm flipH="1">
            <a:off x="7520940" y="2641092"/>
            <a:ext cx="1348740" cy="719328"/>
          </a:xfrm>
          <a:prstGeom prst="line">
            <a:avLst/>
          </a:prstGeom>
          <a:noFill/>
          <a:ln w="15875">
            <a:solidFill>
              <a:srgbClr val="98A2B3"/>
            </a:solidFill>
            <a:prstDash val="solid"/>
            <a:tailEnd type="triangle"/>
          </a:ln>
        </p:spPr>
      </p:sp>
      <p:sp>
        <p:nvSpPr>
          <p:cNvPr id="16" name="auto:1:wipeL"/>
          <p:cNvSpPr/>
          <p:nvPr/>
        </p:nvSpPr>
        <p:spPr>
          <a:xfrm>
            <a:off x="8869680" y="2641092"/>
            <a:ext cx="1348740" cy="719328"/>
          </a:xfrm>
          <a:prstGeom prst="line">
            <a:avLst/>
          </a:prstGeom>
          <a:noFill/>
          <a:ln w="15875">
            <a:solidFill>
              <a:srgbClr val="98A2B3"/>
            </a:solidFill>
            <a:prstDash val="solid"/>
            <a:tailEnd type="triangle"/>
          </a:ln>
        </p:spPr>
      </p:sp>
      <p:sp>
        <p:nvSpPr>
          <p:cNvPr id="17" name="auto:2:wipeL"/>
          <p:cNvSpPr/>
          <p:nvPr/>
        </p:nvSpPr>
        <p:spPr>
          <a:xfrm>
            <a:off x="8689848" y="3899916"/>
            <a:ext cx="359664" cy="0"/>
          </a:xfrm>
          <a:prstGeom prst="line">
            <a:avLst/>
          </a:prstGeom>
          <a:noFill/>
          <a:ln w="15875">
            <a:solidFill>
              <a:srgbClr val="98A2B3"/>
            </a:solidFill>
            <a:prstDash val="dash"/>
            <a:tailEnd type="triangle"/>
          </a:ln>
        </p:spPr>
      </p:sp>
      <p:sp>
        <p:nvSpPr>
          <p:cNvPr id="18" name="auto:3:wipeL"/>
          <p:cNvSpPr/>
          <p:nvPr/>
        </p:nvSpPr>
        <p:spPr>
          <a:xfrm>
            <a:off x="7520940" y="4439412"/>
            <a:ext cx="1348740" cy="629412"/>
          </a:xfrm>
          <a:prstGeom prst="line">
            <a:avLst/>
          </a:prstGeom>
          <a:noFill/>
          <a:ln w="15875">
            <a:solidFill>
              <a:srgbClr val="98A2B3"/>
            </a:solidFill>
            <a:prstDash val="dash"/>
            <a:tailEnd type="triangle"/>
          </a:ln>
        </p:spPr>
      </p:sp>
      <p:sp>
        <p:nvSpPr>
          <p:cNvPr id="19" name="auto:4:wipeL"/>
          <p:cNvSpPr/>
          <p:nvPr/>
        </p:nvSpPr>
        <p:spPr>
          <a:xfrm flipH="1">
            <a:off x="8869680" y="4439412"/>
            <a:ext cx="1348740" cy="629412"/>
          </a:xfrm>
          <a:prstGeom prst="line">
            <a:avLst/>
          </a:prstGeom>
          <a:noFill/>
          <a:ln w="15875">
            <a:solidFill>
              <a:srgbClr val="98A2B3"/>
            </a:solidFill>
            <a:prstDash val="dash"/>
            <a:tailEnd type="triangle"/>
          </a:ln>
        </p:spPr>
      </p:sp>
      <p:sp>
        <p:nvSpPr>
          <p:cNvPr id="20" name="auto:5:wipeD"/>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auto:6:fade"/>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auto:7:wipeD"/>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auto:8:fade"/>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auto:9:wipeD"/>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auto:10:fade"/>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auto:11:wipeD"/>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auto:12:fade"/>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animEffect transition="in" filter="wipe(left)">
                                      <p:cBhvr>
                                        <p:cTn id="45" dur="350"/>
                                        <p:tgtEl>
                                          <p:spTgt spid="5"/>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350"/>
                                        <p:tgtEl>
                                          <p:spTgt spid="6"/>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wipe(left)">
                                      <p:cBhvr>
                                        <p:cTn id="53" dur="350"/>
                                        <p:tgtEl>
                                          <p:spTgt spid="7"/>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8"/>
                                        </p:tgtEl>
                                        <p:attrNameLst>
                                          <p:attrName>style.visibility</p:attrName>
                                        </p:attrNameLst>
                                      </p:cBhvr>
                                      <p:to>
                                        <p:strVal val="visible"/>
                                      </p:to>
                                    </p:set>
                                    <p:animEffect transition="in" filter="wipe(left)">
                                      <p:cBhvr>
                                        <p:cTn id="56" dur="350"/>
                                        <p:tgtEl>
                                          <p:spTgt spid="8"/>
                                        </p:tgtEl>
                                      </p:cBhvr>
                                    </p:animEffect>
                                  </p:childTnLst>
                                </p:cTn>
                              </p:par>
                            </p:childTnLst>
                          </p:cTn>
                        </p:par>
                      </p:childTnLst>
                    </p:cTn>
                  </p:par>
                  <p:par>
                    <p:cTn id="66" fill="hold">
                      <p:stCondLst>
                        <p:cond delay="indefinite"/>
                      </p:stCondLst>
                      <p:childTnLst>
                        <p:par>
                          <p:cTn id="67" fill="hold">
                            <p:stCondLst>
                              <p:cond delay="0"/>
                            </p:stCondLst>
                            <p:childTnLst>
                              <p:par>
                                <p:cTn id="62" presetID="22" presetClass="entr" presetSubtype="8"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wipe(left)">
                                      <p:cBhvr>
                                        <p:cTn id="61" dur="350"/>
                                        <p:tgtEl>
                                          <p:spTgt spid="9"/>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10"/>
                                        </p:tgtEl>
                                        <p:attrNameLst>
                                          <p:attrName>style.visibility</p:attrName>
                                        </p:attrNameLst>
                                      </p:cBhvr>
                                      <p:to>
                                        <p:strVal val="visible"/>
                                      </p:to>
                                    </p:set>
                                    <p:animEffect transition="in" filter="wipe(left)">
                                      <p:cBhvr>
                                        <p:cTn id="64" dur="350"/>
                                        <p:tgtEl>
                                          <p:spTgt spid="10"/>
                                        </p:tgtEl>
                                      </p:cBhvr>
                                    </p:animEffect>
                                  </p:childTnLst>
                                </p:cTn>
                              </p:par>
                            </p:childTnLst>
                          </p:cTn>
                        </p:par>
                      </p:childTnLst>
                    </p:cTn>
                  </p:par>
                  <p:par>
                    <p:cTn id="74" fill="hold">
                      <p:stCondLst>
                        <p:cond delay="indefinite"/>
                      </p:stCondLst>
                      <p:childTnLst>
                        <p:par>
                          <p:cTn id="75"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1"/>
                                        </p:tgtEl>
                                        <p:attrNameLst>
                                          <p:attrName>style.visibility</p:attrName>
                                        </p:attrNameLst>
                                      </p:cBhvr>
                                      <p:to>
                                        <p:strVal val="visible"/>
                                      </p:to>
                                    </p:set>
                                    <p:animEffect transition="in" filter="wipe(left)">
                                      <p:cBhvr>
                                        <p:cTn id="69" dur="350"/>
                                        <p:tgtEl>
                                          <p:spTgt spid="11"/>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wipe(left)">
                                      <p:cBhvr>
                                        <p:cTn id="72" dur="350"/>
                                        <p:tgtEl>
                                          <p:spTgt spid="12"/>
                                        </p:tgtEl>
                                      </p:cBhvr>
                                    </p:animEffect>
                                  </p:childTnLst>
                                </p:cTn>
                              </p:par>
                            </p:childTnLst>
                          </p:cTn>
                        </p:par>
                      </p:childTnLst>
                    </p:cTn>
                  </p:par>
                  <p:par>
                    <p:cTn id="82" fill="hold">
                      <p:stCondLst>
                        <p:cond delay="indefinite"/>
                      </p:stCondLst>
                      <p:childTnLst>
                        <p:par>
                          <p:cTn id="83" fill="hold">
                            <p:stCondLst>
                              <p:cond delay="0"/>
                            </p:stCondLst>
                            <p:childTnLst>
                              <p:par>
                                <p:cTn id="78" presetID="22" presetClass="entr" presetSubtype="8" fill="hold" grpId="0" nodeType="click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wipe(left)">
                                      <p:cBhvr>
                                        <p:cTn id="77" dur="350"/>
                                        <p:tgtEl>
                                          <p:spTgt spid="13"/>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14"/>
                                        </p:tgtEl>
                                        <p:attrNameLst>
                                          <p:attrName>style.visibility</p:attrName>
                                        </p:attrNameLst>
                                      </p:cBhvr>
                                      <p:to>
                                        <p:strVal val="visible"/>
                                      </p:to>
                                    </p:set>
                                    <p:animEffect transition="in" filter="wipe(left)">
                                      <p:cBhvr>
                                        <p:cTn id="80"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auto:0:wipeL"/>
          <p:cNvSpPr/>
          <p:nvPr/>
        </p:nvSpPr>
        <p:spPr>
          <a:xfrm>
            <a:off x="8330184" y="2578151"/>
            <a:ext cx="899160" cy="0"/>
          </a:xfrm>
          <a:prstGeom prst="line">
            <a:avLst/>
          </a:prstGeom>
          <a:noFill/>
          <a:ln w="15875">
            <a:solidFill>
              <a:srgbClr val="98A2B3"/>
            </a:solidFill>
            <a:prstDash val="solid"/>
            <a:tailEnd type="triangle"/>
          </a:ln>
        </p:spPr>
      </p:sp>
      <p:sp>
        <p:nvSpPr>
          <p:cNvPr id="18" name="auto:1:wipeL"/>
          <p:cNvSpPr/>
          <p:nvPr/>
        </p:nvSpPr>
        <p:spPr>
          <a:xfrm flipH="1">
            <a:off x="7520940" y="2874874"/>
            <a:ext cx="2787396" cy="935126"/>
          </a:xfrm>
          <a:prstGeom prst="line">
            <a:avLst/>
          </a:prstGeom>
          <a:noFill/>
          <a:ln w="15875">
            <a:solidFill>
              <a:srgbClr val="98A2B3"/>
            </a:solidFill>
            <a:prstDash val="solid"/>
            <a:tailEnd type="triangle"/>
          </a:ln>
        </p:spPr>
      </p:sp>
      <p:sp>
        <p:nvSpPr>
          <p:cNvPr id="19" name="auto:2:wipeL"/>
          <p:cNvSpPr/>
          <p:nvPr/>
        </p:nvSpPr>
        <p:spPr>
          <a:xfrm flipH="1">
            <a:off x="10218420" y="2874874"/>
            <a:ext cx="89916" cy="935126"/>
          </a:xfrm>
          <a:prstGeom prst="line">
            <a:avLst/>
          </a:prstGeom>
          <a:noFill/>
          <a:ln w="15875">
            <a:solidFill>
              <a:srgbClr val="98A2B3"/>
            </a:solidFill>
            <a:prstDash val="solid"/>
            <a:tailEnd type="triangle"/>
          </a:ln>
        </p:spPr>
      </p:sp>
      <p:sp>
        <p:nvSpPr>
          <p:cNvPr id="20" name="auto:3:wipeL"/>
          <p:cNvSpPr/>
          <p:nvPr/>
        </p:nvSpPr>
        <p:spPr>
          <a:xfrm flipV="1">
            <a:off x="8869680" y="2874874"/>
            <a:ext cx="1438656" cy="2193950"/>
          </a:xfrm>
          <a:prstGeom prst="line">
            <a:avLst/>
          </a:prstGeom>
          <a:noFill/>
          <a:ln w="15875">
            <a:solidFill>
              <a:srgbClr val="98A2B3"/>
            </a:solidFill>
            <a:prstDash val="dash"/>
            <a:tailEnd type="triangle"/>
          </a:ln>
        </p:spPr>
      </p:sp>
      <p:sp>
        <p:nvSpPr>
          <p:cNvPr id="21" name="auto:4:wipeD"/>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auto:5:fade"/>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auto:6:wipeD"/>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auto:7:fade"/>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auto:8:wipeD"/>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auto:9:fade"/>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auto:10:wipeD"/>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auto:11:fade"/>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auto:12:wipeD"/>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auto:13:fade"/>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14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auto:0:wipeL"/>
          <p:cNvSpPr/>
          <p:nvPr/>
        </p:nvSpPr>
        <p:spPr>
          <a:xfrm>
            <a:off x="7880604" y="2551176"/>
            <a:ext cx="1888236" cy="0"/>
          </a:xfrm>
          <a:prstGeom prst="line">
            <a:avLst/>
          </a:prstGeom>
          <a:noFill/>
          <a:ln w="15875">
            <a:solidFill>
              <a:srgbClr val="98A2B3"/>
            </a:solidFill>
            <a:prstDash val="solid"/>
            <a:tailEnd type="triangle"/>
          </a:ln>
        </p:spPr>
      </p:sp>
      <p:sp>
        <p:nvSpPr>
          <p:cNvPr id="16" name="auto:1:wipeL"/>
          <p:cNvSpPr/>
          <p:nvPr/>
        </p:nvSpPr>
        <p:spPr>
          <a:xfrm>
            <a:off x="7880604" y="3989832"/>
            <a:ext cx="224790" cy="0"/>
          </a:xfrm>
          <a:prstGeom prst="line">
            <a:avLst/>
          </a:prstGeom>
          <a:noFill/>
          <a:ln w="15875">
            <a:solidFill>
              <a:srgbClr val="98A2B3"/>
            </a:solidFill>
            <a:prstDash val="solid"/>
            <a:tailEnd type="triangle"/>
          </a:ln>
        </p:spPr>
      </p:sp>
      <p:sp>
        <p:nvSpPr>
          <p:cNvPr id="17" name="auto:2:wipeL"/>
          <p:cNvSpPr/>
          <p:nvPr/>
        </p:nvSpPr>
        <p:spPr>
          <a:xfrm>
            <a:off x="9633966" y="3989832"/>
            <a:ext cx="134874" cy="0"/>
          </a:xfrm>
          <a:prstGeom prst="line">
            <a:avLst/>
          </a:prstGeom>
          <a:noFill/>
          <a:ln w="15875">
            <a:solidFill>
              <a:srgbClr val="98A2B3"/>
            </a:solidFill>
            <a:prstDash val="solid"/>
            <a:tailEnd type="triangle"/>
          </a:ln>
        </p:spPr>
      </p:sp>
      <p:sp>
        <p:nvSpPr>
          <p:cNvPr id="18" name="auto:3:wipeL"/>
          <p:cNvSpPr/>
          <p:nvPr/>
        </p:nvSpPr>
        <p:spPr>
          <a:xfrm flipV="1">
            <a:off x="8869680" y="4259580"/>
            <a:ext cx="0" cy="719328"/>
          </a:xfrm>
          <a:prstGeom prst="line">
            <a:avLst/>
          </a:prstGeom>
          <a:noFill/>
          <a:ln w="15875">
            <a:solidFill>
              <a:srgbClr val="98A2B3"/>
            </a:solidFill>
            <a:prstDash val="dash"/>
            <a:tailEnd type="triangle"/>
          </a:ln>
        </p:spPr>
      </p:sp>
      <p:sp>
        <p:nvSpPr>
          <p:cNvPr id="19" name="auto:4:wipeD"/>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auto:5:fade"/>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auto:6:wipeD"/>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auto:7:fade"/>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auto:8:wipeD"/>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auto:9:fade"/>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auto:10:wipeD"/>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auto:11:fade"/>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auto:12:wipeD"/>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auto:13:fade"/>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auto:14:wipeD"/>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auto:15:fade"/>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auto:0:wipeL"/>
          <p:cNvSpPr/>
          <p:nvPr/>
        </p:nvSpPr>
        <p:spPr>
          <a:xfrm>
            <a:off x="7880604" y="2461260"/>
            <a:ext cx="539496" cy="899160"/>
          </a:xfrm>
          <a:prstGeom prst="line">
            <a:avLst/>
          </a:prstGeom>
          <a:noFill/>
          <a:ln w="15875">
            <a:solidFill>
              <a:srgbClr val="98A2B3"/>
            </a:solidFill>
            <a:prstDash val="solid"/>
            <a:tailEnd type="triangle"/>
          </a:ln>
        </p:spPr>
      </p:sp>
      <p:sp>
        <p:nvSpPr>
          <p:cNvPr id="18" name="auto:1:wipeL"/>
          <p:cNvSpPr/>
          <p:nvPr/>
        </p:nvSpPr>
        <p:spPr>
          <a:xfrm>
            <a:off x="7880604" y="3360420"/>
            <a:ext cx="539496" cy="0"/>
          </a:xfrm>
          <a:prstGeom prst="line">
            <a:avLst/>
          </a:prstGeom>
          <a:noFill/>
          <a:ln w="15875">
            <a:solidFill>
              <a:srgbClr val="98A2B3"/>
            </a:solidFill>
            <a:prstDash val="solid"/>
            <a:tailEnd type="triangle"/>
          </a:ln>
        </p:spPr>
      </p:sp>
      <p:sp>
        <p:nvSpPr>
          <p:cNvPr id="19" name="auto:2:wipeL"/>
          <p:cNvSpPr/>
          <p:nvPr/>
        </p:nvSpPr>
        <p:spPr>
          <a:xfrm flipV="1">
            <a:off x="7880604" y="3360420"/>
            <a:ext cx="539496" cy="899160"/>
          </a:xfrm>
          <a:prstGeom prst="line">
            <a:avLst/>
          </a:prstGeom>
          <a:noFill/>
          <a:ln w="15875">
            <a:solidFill>
              <a:srgbClr val="98A2B3"/>
            </a:solidFill>
            <a:prstDash val="solid"/>
            <a:tailEnd type="triangle"/>
          </a:ln>
        </p:spPr>
      </p:sp>
      <p:sp>
        <p:nvSpPr>
          <p:cNvPr id="20" name="auto:3:wipeL"/>
          <p:cNvSpPr/>
          <p:nvPr/>
        </p:nvSpPr>
        <p:spPr>
          <a:xfrm>
            <a:off x="9274302" y="3630168"/>
            <a:ext cx="0" cy="1078992"/>
          </a:xfrm>
          <a:prstGeom prst="line">
            <a:avLst/>
          </a:prstGeom>
          <a:noFill/>
          <a:ln w="15875">
            <a:solidFill>
              <a:srgbClr val="98A2B3"/>
            </a:solidFill>
            <a:prstDash val="solid"/>
            <a:tailEnd type="triangle"/>
          </a:ln>
        </p:spPr>
      </p:sp>
      <p:sp>
        <p:nvSpPr>
          <p:cNvPr id="21" name="auto:4:wipeD"/>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auto:5:fade"/>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auto:6:wipeD"/>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auto:7:fade"/>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auto:8:wipeD"/>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auto:9:fade"/>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auto:10:wipeD"/>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auto:11:fade"/>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auto:12:wipeD"/>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auto:13:fade"/>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auto:14:wipeD"/>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auto:15:fade"/>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wipe(down)">
                                      <p:cBhvr>
                                        <p:cTn id="46" dur="350"/>
                                        <p:tgtEl>
                                          <p:spTgt spid="31"/>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15"/>
                                        </p:tgtEl>
                                        <p:attrNameLst>
                                          <p:attrName>style.visibility</p:attrName>
                                        </p:attrNameLst>
                                      </p:cBhvr>
                                      <p:to>
                                        <p:strVal val="visible"/>
                                      </p:to>
                                    </p:set>
                                    <p:animEffect transition="in" filter="wipe(left)">
                                      <p:cBhvr>
                                        <p:cTn id="94" dur="350"/>
                                        <p:tgtEl>
                                          <p:spTgt spid="15"/>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6"/>
                                        </p:tgtEl>
                                        <p:attrNameLst>
                                          <p:attrName>style.visibility</p:attrName>
                                        </p:attrNameLst>
                                      </p:cBhvr>
                                      <p:to>
                                        <p:strVal val="visible"/>
                                      </p:to>
                                    </p:set>
                                    <p:animEffect transition="in" filter="wipe(left)">
                                      <p:cBhvr>
                                        <p:cTn id="9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auto:0:wipeD"/>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auto:1:fade"/>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auto:2:fade"/>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auto:3:fade"/>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auto:4:wipeD"/>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auto:5:fade"/>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auto:6:fade"/>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auto:7:fade"/>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auto:8:wipeD"/>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auto:9:fade"/>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auto:10:fade"/>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auto:11:fade"/>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auto:12:wipeD"/>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auto:13:fade"/>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auto:14:fade"/>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auto:15:fade"/>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auto:16:wipeD"/>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auto:17:fade"/>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auto:18:fade"/>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auto:19:fade"/>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auto:20:wipeD"/>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auto:21:fade"/>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auto:22:fade"/>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auto:23:fade"/>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auto:24:wipeD"/>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auto:25:fade"/>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auto:26:fade"/>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auto:27:fade"/>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17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7" fill="hold">
                      <p:stCondLst>
                        <p:cond delay="indefinite"/>
                        <p:cond evt="onBegin" delay="0">
                          <p:tn val="2"/>
                        </p:cond>
                      </p:stCondLst>
                      <p:childTnLst>
                        <p:par>
                          <p:cTn id="88"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10" presetClass="entr" presetSubtype="0"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40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9"/>
                                        </p:tgtEl>
                                        <p:attrNameLst>
                                          <p:attrName>style.visibility</p:attrName>
                                        </p:attrNameLst>
                                      </p:cBhvr>
                                      <p:to>
                                        <p:strVal val="visible"/>
                                      </p:to>
                                    </p:set>
                                    <p:animEffect transition="in" filter="wipe(down)">
                                      <p:cBhvr>
                                        <p:cTn id="76" dur="350"/>
                                        <p:tgtEl>
                                          <p:spTgt spid="39"/>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3" presetID="10" presetClass="entr" presetSubtype="0" fill="hold" grpId="0" nodeType="withEffect">
                                  <p:stCondLst>
                                    <p:cond delay="208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6" presetID="10" presetClass="entr" presetSubtype="0" fill="hold" grpId="0" nodeType="withEffect">
                                  <p:stCondLst>
                                    <p:cond delay="216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95" fill="hold">
                      <p:stCondLst>
                        <p:cond delay="indefinite"/>
                      </p:stCondLst>
                      <p:childTnLst>
                        <p:par>
                          <p:cTn id="96" fill="hold">
                            <p:stCondLst>
                              <p:cond delay="0"/>
                            </p:stCondLst>
                            <p:childTnLst>
                              <p:par>
                                <p:cTn id="91" presetID="22" presetClass="entr" presetSubtype="8" fill="hold" grpId="0" nodeType="clickEffect">
                                  <p:stCondLst>
                                    <p:cond delay="0"/>
                                  </p:stCondLst>
                                  <p:childTnLst>
                                    <p:set>
                                      <p:cBhvr>
                                        <p:cTn id="89" dur="1" fill="hold">
                                          <p:stCondLst>
                                            <p:cond delay="0"/>
                                          </p:stCondLst>
                                        </p:cTn>
                                        <p:tgtEl>
                                          <p:spTgt spid="5"/>
                                        </p:tgtEl>
                                        <p:attrNameLst>
                                          <p:attrName>style.visibility</p:attrName>
                                        </p:attrNameLst>
                                      </p:cBhvr>
                                      <p:to>
                                        <p:strVal val="visible"/>
                                      </p:to>
                                    </p:set>
                                    <p:animEffect transition="in" filter="wipe(left)">
                                      <p:cBhvr>
                                        <p:cTn id="90" dur="350"/>
                                        <p:tgtEl>
                                          <p:spTgt spid="5"/>
                                        </p:tgtEl>
                                      </p:cBhvr>
                                    </p:animEffect>
                                  </p:childTnLst>
                                </p:cTn>
                              </p:par>
                              <p:par>
                                <p:cTn id="94" presetID="22" presetClass="entr" presetSubtype="8" fill="hold" grpId="0" nodeType="withEffect">
                                  <p:stCondLst>
                                    <p:cond delay="0"/>
                                  </p:stCondLst>
                                  <p:childTnLst>
                                    <p:set>
                                      <p:cBhvr>
                                        <p:cTn id="92" dur="1" fill="hold">
                                          <p:stCondLst>
                                            <p:cond delay="0"/>
                                          </p:stCondLst>
                                        </p:cTn>
                                        <p:tgtEl>
                                          <p:spTgt spid="6"/>
                                        </p:tgtEl>
                                        <p:attrNameLst>
                                          <p:attrName>style.visibility</p:attrName>
                                        </p:attrNameLst>
                                      </p:cBhvr>
                                      <p:to>
                                        <p:strVal val="visible"/>
                                      </p:to>
                                    </p:set>
                                    <p:animEffect transition="in" filter="wipe(left)">
                                      <p:cBhvr>
                                        <p:cTn id="93" dur="350"/>
                                        <p:tgtEl>
                                          <p:spTgt spid="6"/>
                                        </p:tgtEl>
                                      </p:cBhvr>
                                    </p:animEffect>
                                  </p:childTnLst>
                                </p:cTn>
                              </p:par>
                            </p:childTnLst>
                          </p:cTn>
                        </p:par>
                      </p:childTnLst>
                    </p:cTn>
                  </p:par>
                  <p:par>
                    <p:cTn id="103" fill="hold">
                      <p:stCondLst>
                        <p:cond delay="indefinite"/>
                      </p:stCondLst>
                      <p:childTnLst>
                        <p:par>
                          <p:cTn id="104" fill="hold">
                            <p:stCondLst>
                              <p:cond delay="0"/>
                            </p:stCondLst>
                            <p:childTnLst>
                              <p:par>
                                <p:cTn id="99" presetID="22" presetClass="entr" presetSubtype="8" fill="hold" grpId="0" nodeType="clickEffect">
                                  <p:stCondLst>
                                    <p:cond delay="0"/>
                                  </p:stCondLst>
                                  <p:childTnLst>
                                    <p:set>
                                      <p:cBhvr>
                                        <p:cTn id="97" dur="1" fill="hold">
                                          <p:stCondLst>
                                            <p:cond delay="0"/>
                                          </p:stCondLst>
                                        </p:cTn>
                                        <p:tgtEl>
                                          <p:spTgt spid="7"/>
                                        </p:tgtEl>
                                        <p:attrNameLst>
                                          <p:attrName>style.visibility</p:attrName>
                                        </p:attrNameLst>
                                      </p:cBhvr>
                                      <p:to>
                                        <p:strVal val="visible"/>
                                      </p:to>
                                    </p:set>
                                    <p:animEffect transition="in" filter="wipe(left)">
                                      <p:cBhvr>
                                        <p:cTn id="98" dur="350"/>
                                        <p:tgtEl>
                                          <p:spTgt spid="7"/>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left)">
                                      <p:cBhvr>
                                        <p:cTn id="101" dur="350"/>
                                        <p:tgtEl>
                                          <p:spTgt spid="8"/>
                                        </p:tgtEl>
                                      </p:cBhvr>
                                    </p:animEffect>
                                  </p:childTnLst>
                                </p:cTn>
                              </p:par>
                            </p:childTnLst>
                          </p:cTn>
                        </p:par>
                      </p:childTnLst>
                    </p:cTn>
                  </p:par>
                  <p:par>
                    <p:cTn id="111" fill="hold">
                      <p:stCondLst>
                        <p:cond delay="indefinite"/>
                      </p:stCondLst>
                      <p:childTnLst>
                        <p:par>
                          <p:cTn id="112"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9"/>
                                        </p:tgtEl>
                                        <p:attrNameLst>
                                          <p:attrName>style.visibility</p:attrName>
                                        </p:attrNameLst>
                                      </p:cBhvr>
                                      <p:to>
                                        <p:strVal val="visible"/>
                                      </p:to>
                                    </p:set>
                                    <p:animEffect transition="in" filter="wipe(left)">
                                      <p:cBhvr>
                                        <p:cTn id="106" dur="350"/>
                                        <p:tgtEl>
                                          <p:spTgt spid="9"/>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Effect transition="in" filter="wipe(left)">
                                      <p:cBhvr>
                                        <p:cTn id="109" dur="350"/>
                                        <p:tgtEl>
                                          <p:spTgt spid="10"/>
                                        </p:tgtEl>
                                      </p:cBhvr>
                                    </p:animEffect>
                                  </p:childTnLst>
                                </p:cTn>
                              </p:par>
                            </p:childTnLst>
                          </p:cTn>
                        </p:par>
                      </p:childTnLst>
                    </p:cTn>
                  </p:par>
                  <p:par>
                    <p:cTn id="119" fill="hold">
                      <p:stCondLst>
                        <p:cond delay="indefinite"/>
                      </p:stCondLst>
                      <p:childTnLst>
                        <p:par>
                          <p:cTn id="120" fill="hold">
                            <p:stCondLst>
                              <p:cond delay="0"/>
                            </p:stCondLst>
                            <p:childTnLst>
                              <p:par>
                                <p:cTn id="115" presetID="22" presetClass="entr" presetSubtype="8" fill="hold" grpId="0" nodeType="clickEffect">
                                  <p:stCondLst>
                                    <p:cond delay="0"/>
                                  </p:stCondLst>
                                  <p:childTnLst>
                                    <p:set>
                                      <p:cBhvr>
                                        <p:cTn id="113" dur="1" fill="hold">
                                          <p:stCondLst>
                                            <p:cond delay="0"/>
                                          </p:stCondLst>
                                        </p:cTn>
                                        <p:tgtEl>
                                          <p:spTgt spid="11"/>
                                        </p:tgtEl>
                                        <p:attrNameLst>
                                          <p:attrName>style.visibility</p:attrName>
                                        </p:attrNameLst>
                                      </p:cBhvr>
                                      <p:to>
                                        <p:strVal val="visible"/>
                                      </p:to>
                                    </p:set>
                                    <p:animEffect transition="in" filter="wipe(left)">
                                      <p:cBhvr>
                                        <p:cTn id="114" dur="350"/>
                                        <p:tgtEl>
                                          <p:spTgt spid="11"/>
                                        </p:tgtEl>
                                      </p:cBhvr>
                                    </p:animEffect>
                                  </p:childTnLst>
                                </p:cTn>
                              </p:par>
                              <p:par>
                                <p:cTn id="118" presetID="22" presetClass="entr" presetSubtype="8" fill="hold" grpId="0" nodeType="with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wipe(left)">
                                      <p:cBhvr>
                                        <p:cTn id="117" dur="350"/>
                                        <p:tgtEl>
                                          <p:spTgt spid="12"/>
                                        </p:tgtEl>
                                      </p:cBhvr>
                                    </p:animEffect>
                                  </p:childTnLst>
                                </p:cTn>
                              </p:par>
                            </p:childTnLst>
                          </p:cTn>
                        </p:par>
                      </p:childTnLst>
                    </p:cTn>
                  </p:par>
                  <p:par>
                    <p:cTn id="127" fill="hold">
                      <p:stCondLst>
                        <p:cond delay="indefinite"/>
                      </p:stCondLst>
                      <p:childTnLst>
                        <p:par>
                          <p:cTn id="128" fill="hold">
                            <p:stCondLst>
                              <p:cond delay="0"/>
                            </p:stCondLst>
                            <p:childTnLst>
                              <p:par>
                                <p:cTn id="123" presetID="22" presetClass="entr" presetSubtype="8" fill="hold" grpId="0"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left)">
                                      <p:cBhvr>
                                        <p:cTn id="122" dur="350"/>
                                        <p:tgtEl>
                                          <p:spTgt spid="13"/>
                                        </p:tgtEl>
                                      </p:cBhvr>
                                    </p:animEffect>
                                  </p:childTnLst>
                                </p:cTn>
                              </p:par>
                              <p:par>
                                <p:cTn id="126" presetID="22" presetClass="entr" presetSubtype="8" fill="hold" grpId="0"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wipe(left)">
                                      <p:cBhvr>
                                        <p:cTn id="125"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auto:0:wipeL"/>
          <p:cNvSpPr/>
          <p:nvPr/>
        </p:nvSpPr>
        <p:spPr>
          <a:xfrm>
            <a:off x="7790688" y="2865882"/>
            <a:ext cx="359664" cy="0"/>
          </a:xfrm>
          <a:prstGeom prst="line">
            <a:avLst/>
          </a:prstGeom>
          <a:noFill/>
          <a:ln w="15875">
            <a:solidFill>
              <a:srgbClr val="98A2B3"/>
            </a:solidFill>
            <a:prstDash val="solid"/>
            <a:tailEnd type="triangle"/>
          </a:ln>
        </p:spPr>
      </p:sp>
      <p:sp>
        <p:nvSpPr>
          <p:cNvPr id="16" name="auto:1:wipeL"/>
          <p:cNvSpPr/>
          <p:nvPr/>
        </p:nvSpPr>
        <p:spPr>
          <a:xfrm>
            <a:off x="9589008" y="2865882"/>
            <a:ext cx="359664" cy="0"/>
          </a:xfrm>
          <a:prstGeom prst="line">
            <a:avLst/>
          </a:prstGeom>
          <a:noFill/>
          <a:ln w="15875">
            <a:solidFill>
              <a:srgbClr val="98A2B3"/>
            </a:solidFill>
            <a:prstDash val="solid"/>
            <a:tailEnd type="triangle"/>
          </a:ln>
        </p:spPr>
      </p:sp>
      <p:sp>
        <p:nvSpPr>
          <p:cNvPr id="17" name="auto:2:wipeL"/>
          <p:cNvSpPr/>
          <p:nvPr/>
        </p:nvSpPr>
        <p:spPr>
          <a:xfrm>
            <a:off x="10668000" y="3180588"/>
            <a:ext cx="0" cy="989076"/>
          </a:xfrm>
          <a:prstGeom prst="line">
            <a:avLst/>
          </a:prstGeom>
          <a:noFill/>
          <a:ln w="15875">
            <a:solidFill>
              <a:srgbClr val="98A2B3"/>
            </a:solidFill>
            <a:prstDash val="solid"/>
            <a:tailEnd type="triangle"/>
          </a:ln>
        </p:spPr>
      </p:sp>
      <p:sp>
        <p:nvSpPr>
          <p:cNvPr id="18" name="auto:3:wipeL"/>
          <p:cNvSpPr/>
          <p:nvPr/>
        </p:nvSpPr>
        <p:spPr>
          <a:xfrm flipV="1">
            <a:off x="7071360" y="3180588"/>
            <a:ext cx="0" cy="989076"/>
          </a:xfrm>
          <a:prstGeom prst="line">
            <a:avLst/>
          </a:prstGeom>
          <a:noFill/>
          <a:ln w="15875">
            <a:solidFill>
              <a:srgbClr val="98A2B3"/>
            </a:solidFill>
            <a:prstDash val="dash"/>
            <a:tailEnd type="triangle"/>
          </a:ln>
        </p:spPr>
      </p:sp>
      <p:sp>
        <p:nvSpPr>
          <p:cNvPr id="19" name="auto:4:wipeD"/>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auto:6:wipeD"/>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auto:7:fade"/>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auto:8:wipeD"/>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auto:10:wipeD"/>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auto:12:wipeD"/>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auto:13:fade"/>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19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auto:0:wipeL"/>
          <p:cNvSpPr/>
          <p:nvPr/>
        </p:nvSpPr>
        <p:spPr>
          <a:xfrm>
            <a:off x="7700772" y="2865882"/>
            <a:ext cx="494538" cy="0"/>
          </a:xfrm>
          <a:prstGeom prst="line">
            <a:avLst/>
          </a:prstGeom>
          <a:noFill/>
          <a:ln w="15875">
            <a:solidFill>
              <a:srgbClr val="98A2B3"/>
            </a:solidFill>
            <a:prstDash val="solid"/>
            <a:tailEnd type="triangle"/>
          </a:ln>
        </p:spPr>
      </p:sp>
      <p:sp>
        <p:nvSpPr>
          <p:cNvPr id="18" name="auto:1:wipeL"/>
          <p:cNvSpPr/>
          <p:nvPr/>
        </p:nvSpPr>
        <p:spPr>
          <a:xfrm>
            <a:off x="9544050" y="2865882"/>
            <a:ext cx="494538" cy="0"/>
          </a:xfrm>
          <a:prstGeom prst="line">
            <a:avLst/>
          </a:prstGeom>
          <a:noFill/>
          <a:ln w="15875">
            <a:solidFill>
              <a:srgbClr val="98A2B3"/>
            </a:solidFill>
            <a:prstDash val="solid"/>
            <a:tailEnd type="triangle"/>
          </a:ln>
        </p:spPr>
      </p:sp>
      <p:sp>
        <p:nvSpPr>
          <p:cNvPr id="19" name="auto:2:wipeL"/>
          <p:cNvSpPr/>
          <p:nvPr/>
        </p:nvSpPr>
        <p:spPr>
          <a:xfrm>
            <a:off x="8869680" y="3180588"/>
            <a:ext cx="0" cy="899160"/>
          </a:xfrm>
          <a:prstGeom prst="line">
            <a:avLst/>
          </a:prstGeom>
          <a:noFill/>
          <a:ln w="15875">
            <a:solidFill>
              <a:srgbClr val="98A2B3"/>
            </a:solidFill>
            <a:prstDash val="dash"/>
            <a:tailEnd type="triangle"/>
          </a:ln>
        </p:spPr>
      </p:sp>
      <p:sp>
        <p:nvSpPr>
          <p:cNvPr id="20" name="auto:3:wipeL"/>
          <p:cNvSpPr/>
          <p:nvPr/>
        </p:nvSpPr>
        <p:spPr>
          <a:xfrm flipV="1">
            <a:off x="7700772" y="2865882"/>
            <a:ext cx="2337816" cy="1528572"/>
          </a:xfrm>
          <a:prstGeom prst="line">
            <a:avLst/>
          </a:prstGeom>
          <a:noFill/>
          <a:ln w="15875">
            <a:solidFill>
              <a:srgbClr val="98A2B3"/>
            </a:solidFill>
            <a:prstDash val="dash"/>
            <a:tailEnd type="triangle"/>
          </a:ln>
        </p:spPr>
      </p:sp>
      <p:sp>
        <p:nvSpPr>
          <p:cNvPr id="21" name="auto:4:wipeL"/>
          <p:cNvSpPr/>
          <p:nvPr/>
        </p:nvSpPr>
        <p:spPr>
          <a:xfrm>
            <a:off x="7026402" y="3180588"/>
            <a:ext cx="0" cy="899160"/>
          </a:xfrm>
          <a:prstGeom prst="line">
            <a:avLst/>
          </a:prstGeom>
          <a:noFill/>
          <a:ln w="15875">
            <a:solidFill>
              <a:srgbClr val="98A2B3"/>
            </a:solidFill>
            <a:prstDash val="dash"/>
            <a:tailEnd type="triangle"/>
          </a:ln>
        </p:spPr>
      </p:sp>
      <p:sp>
        <p:nvSpPr>
          <p:cNvPr id="22" name="auto:5:wipeD"/>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auto:6:fade"/>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auto:7:wipeD"/>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auto:8:fade"/>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auto:9:wipeD"/>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auto:10:fade"/>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auto:11:wipeD"/>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auto:12:fade"/>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auto:13:wipeD"/>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auto:14:fade"/>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left)">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wipe(left)">
                                      <p:cBhvr>
                                        <p:cTn id="91" dur="350"/>
                                        <p:tgtEl>
                                          <p:spTgt spid="15"/>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wipe(left)">
                                      <p:cBhvr>
                                        <p:cTn id="94"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auto:0:wipeD"/>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auto:1:fade"/>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auto:2:wipeD"/>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auto:3:fade"/>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auto:4:fade"/>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auto:5:wipeD"/>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auto:6:fade"/>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auto:7:wipeD"/>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auto:8:fade"/>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auto:9:wipeD"/>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auto:10:fade"/>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auto:11:fade"/>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auto:12:wipeD"/>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auto:13:fade"/>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auto:14:wipeD"/>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auto:15:fade"/>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auto:16:wipeD"/>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auto:17:fade"/>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auto:18:wipeD"/>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auto:19:fade"/>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auto:20:wipeD"/>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auto:21:fade"/>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auto:22:wipeD"/>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auto:23:fade"/>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auto:24:wipeD"/>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auto:25:fade"/>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1" fill="hold">
                      <p:stCondLst>
                        <p:cond delay="indefinite"/>
                        <p:cond evt="onBegin" delay="0">
                          <p:tn val="2"/>
                        </p:cond>
                      </p:stCondLst>
                      <p:childTnLst>
                        <p:par>
                          <p:cTn id="82"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35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wipe(down)">
                                      <p:cBhvr>
                                        <p:cTn id="25" dur="35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350"/>
                                        <p:tgtEl>
                                          <p:spTgt spid="22"/>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wipe(down)">
                                      <p:cBhvr>
                                        <p:cTn id="40" dur="35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wipe(down)">
                                      <p:cBhvr>
                                        <p:cTn id="52" dur="35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down)">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wipe(down)">
                                      <p:cBhvr>
                                        <p:cTn id="64" dur="35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down)">
                                      <p:cBhvr>
                                        <p:cTn id="70" dur="350"/>
                                        <p:tgtEl>
                                          <p:spTgt spid="35"/>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7"/>
                                        </p:tgtEl>
                                        <p:attrNameLst>
                                          <p:attrName>style.visibility</p:attrName>
                                        </p:attrNameLst>
                                      </p:cBhvr>
                                      <p:to>
                                        <p:strVal val="visible"/>
                                      </p:to>
                                    </p:set>
                                    <p:animEffect transition="in" filter="wipe(down)">
                                      <p:cBhvr>
                                        <p:cTn id="76" dur="350"/>
                                        <p:tgtEl>
                                          <p:spTgt spid="37"/>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childTnLst>
                          </p:cTn>
                        </p:par>
                      </p:childTnLst>
                    </p:cTn>
                  </p:par>
                  <p:par>
                    <p:cTn id="89" fill="hold">
                      <p:stCondLst>
                        <p:cond delay="indefinite"/>
                      </p:stCondLst>
                      <p:childTnLst>
                        <p:par>
                          <p:cTn id="90" fill="hold">
                            <p:stCondLst>
                              <p:cond delay="0"/>
                            </p:stCondLst>
                            <p:childTnLst>
                              <p:par>
                                <p:cTn id="85" presetID="22" presetClass="entr" presetSubtype="8" fill="hold" grpId="0" nodeType="clickEffect">
                                  <p:stCondLst>
                                    <p:cond delay="0"/>
                                  </p:stCondLst>
                                  <p:childTnLst>
                                    <p:set>
                                      <p:cBhvr>
                                        <p:cTn id="83" dur="1" fill="hold">
                                          <p:stCondLst>
                                            <p:cond delay="0"/>
                                          </p:stCondLst>
                                        </p:cTn>
                                        <p:tgtEl>
                                          <p:spTgt spid="5"/>
                                        </p:tgtEl>
                                        <p:attrNameLst>
                                          <p:attrName>style.visibility</p:attrName>
                                        </p:attrNameLst>
                                      </p:cBhvr>
                                      <p:to>
                                        <p:strVal val="visible"/>
                                      </p:to>
                                    </p:set>
                                    <p:animEffect transition="in" filter="wipe(left)">
                                      <p:cBhvr>
                                        <p:cTn id="84" dur="350"/>
                                        <p:tgtEl>
                                          <p:spTgt spid="5"/>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6"/>
                                        </p:tgtEl>
                                        <p:attrNameLst>
                                          <p:attrName>style.visibility</p:attrName>
                                        </p:attrNameLst>
                                      </p:cBhvr>
                                      <p:to>
                                        <p:strVal val="visible"/>
                                      </p:to>
                                    </p:set>
                                    <p:animEffect transition="in" filter="wipe(left)">
                                      <p:cBhvr>
                                        <p:cTn id="87" dur="350"/>
                                        <p:tgtEl>
                                          <p:spTgt spid="6"/>
                                        </p:tgtEl>
                                      </p:cBhvr>
                                    </p:animEffect>
                                  </p:childTnLst>
                                </p:cTn>
                              </p:par>
                            </p:childTnLst>
                          </p:cTn>
                        </p:par>
                      </p:childTnLst>
                    </p:cTn>
                  </p:par>
                  <p:par>
                    <p:cTn id="97" fill="hold">
                      <p:stCondLst>
                        <p:cond delay="indefinite"/>
                      </p:stCondLst>
                      <p:childTnLst>
                        <p:par>
                          <p:cTn id="98" fill="hold">
                            <p:stCondLst>
                              <p:cond delay="0"/>
                            </p:stCondLst>
                            <p:childTnLst>
                              <p:par>
                                <p:cTn id="93" presetID="22" presetClass="entr" presetSubtype="8" fill="hold" grpId="0" nodeType="clickEffect">
                                  <p:stCondLst>
                                    <p:cond delay="0"/>
                                  </p:stCondLst>
                                  <p:childTnLst>
                                    <p:set>
                                      <p:cBhvr>
                                        <p:cTn id="91" dur="1" fill="hold">
                                          <p:stCondLst>
                                            <p:cond delay="0"/>
                                          </p:stCondLst>
                                        </p:cTn>
                                        <p:tgtEl>
                                          <p:spTgt spid="7"/>
                                        </p:tgtEl>
                                        <p:attrNameLst>
                                          <p:attrName>style.visibility</p:attrName>
                                        </p:attrNameLst>
                                      </p:cBhvr>
                                      <p:to>
                                        <p:strVal val="visible"/>
                                      </p:to>
                                    </p:set>
                                    <p:animEffect transition="in" filter="wipe(left)">
                                      <p:cBhvr>
                                        <p:cTn id="92" dur="350"/>
                                        <p:tgtEl>
                                          <p:spTgt spid="7"/>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8"/>
                                        </p:tgtEl>
                                        <p:attrNameLst>
                                          <p:attrName>style.visibility</p:attrName>
                                        </p:attrNameLst>
                                      </p:cBhvr>
                                      <p:to>
                                        <p:strVal val="visible"/>
                                      </p:to>
                                    </p:set>
                                    <p:animEffect transition="in" filter="wipe(left)">
                                      <p:cBhvr>
                                        <p:cTn id="95" dur="350"/>
                                        <p:tgtEl>
                                          <p:spTgt spid="8"/>
                                        </p:tgtEl>
                                      </p:cBhvr>
                                    </p:animEffect>
                                  </p:childTnLst>
                                </p:cTn>
                              </p:par>
                            </p:childTnLst>
                          </p:cTn>
                        </p:par>
                      </p:childTnLst>
                    </p:cTn>
                  </p:par>
                  <p:par>
                    <p:cTn id="105" fill="hold">
                      <p:stCondLst>
                        <p:cond delay="indefinite"/>
                      </p:stCondLst>
                      <p:childTnLst>
                        <p:par>
                          <p:cTn id="106" fill="hold">
                            <p:stCondLst>
                              <p:cond delay="0"/>
                            </p:stCondLst>
                            <p:childTnLst>
                              <p:par>
                                <p:cTn id="101" presetID="22" presetClass="entr" presetSubtype="8" fill="hold" grpId="0" nodeType="clickEffect">
                                  <p:stCondLst>
                                    <p:cond delay="0"/>
                                  </p:stCondLst>
                                  <p:childTnLst>
                                    <p:set>
                                      <p:cBhvr>
                                        <p:cTn id="99" dur="1" fill="hold">
                                          <p:stCondLst>
                                            <p:cond delay="0"/>
                                          </p:stCondLst>
                                        </p:cTn>
                                        <p:tgtEl>
                                          <p:spTgt spid="9"/>
                                        </p:tgtEl>
                                        <p:attrNameLst>
                                          <p:attrName>style.visibility</p:attrName>
                                        </p:attrNameLst>
                                      </p:cBhvr>
                                      <p:to>
                                        <p:strVal val="visible"/>
                                      </p:to>
                                    </p:set>
                                    <p:animEffect transition="in" filter="wipe(left)">
                                      <p:cBhvr>
                                        <p:cTn id="100" dur="350"/>
                                        <p:tgtEl>
                                          <p:spTgt spid="9"/>
                                        </p:tgtEl>
                                      </p:cBhvr>
                                    </p:animEffect>
                                  </p:childTnLst>
                                </p:cTn>
                              </p:par>
                              <p:par>
                                <p:cTn id="104" presetID="22" presetClass="entr" presetSubtype="8" fill="hold" grpId="0" nodeType="withEffect">
                                  <p:stCondLst>
                                    <p:cond delay="0"/>
                                  </p:stCondLst>
                                  <p:childTnLst>
                                    <p:set>
                                      <p:cBhvr>
                                        <p:cTn id="102" dur="1" fill="hold">
                                          <p:stCondLst>
                                            <p:cond delay="0"/>
                                          </p:stCondLst>
                                        </p:cTn>
                                        <p:tgtEl>
                                          <p:spTgt spid="10"/>
                                        </p:tgtEl>
                                        <p:attrNameLst>
                                          <p:attrName>style.visibility</p:attrName>
                                        </p:attrNameLst>
                                      </p:cBhvr>
                                      <p:to>
                                        <p:strVal val="visible"/>
                                      </p:to>
                                    </p:set>
                                    <p:animEffect transition="in" filter="wipe(left)">
                                      <p:cBhvr>
                                        <p:cTn id="103" dur="350"/>
                                        <p:tgtEl>
                                          <p:spTgt spid="10"/>
                                        </p:tgtEl>
                                      </p:cBhvr>
                                    </p:animEffect>
                                  </p:childTnLst>
                                </p:cTn>
                              </p:par>
                            </p:childTnLst>
                          </p:cTn>
                        </p:par>
                      </p:childTnLst>
                    </p:cTn>
                  </p:par>
                  <p:par>
                    <p:cTn id="113" fill="hold">
                      <p:stCondLst>
                        <p:cond delay="indefinite"/>
                      </p:stCondLst>
                      <p:childTnLst>
                        <p:par>
                          <p:cTn id="114" fill="hold">
                            <p:stCondLst>
                              <p:cond delay="0"/>
                            </p:stCondLst>
                            <p:childTnLst>
                              <p:par>
                                <p:cTn id="109" presetID="22" presetClass="entr" presetSubtype="8" fill="hold" grpId="0" nodeType="clickEffect">
                                  <p:stCondLst>
                                    <p:cond delay="0"/>
                                  </p:stCondLst>
                                  <p:childTnLst>
                                    <p:set>
                                      <p:cBhvr>
                                        <p:cTn id="107" dur="1" fill="hold">
                                          <p:stCondLst>
                                            <p:cond delay="0"/>
                                          </p:stCondLst>
                                        </p:cTn>
                                        <p:tgtEl>
                                          <p:spTgt spid="11"/>
                                        </p:tgtEl>
                                        <p:attrNameLst>
                                          <p:attrName>style.visibility</p:attrName>
                                        </p:attrNameLst>
                                      </p:cBhvr>
                                      <p:to>
                                        <p:strVal val="visible"/>
                                      </p:to>
                                    </p:set>
                                    <p:animEffect transition="in" filter="wipe(left)">
                                      <p:cBhvr>
                                        <p:cTn id="108" dur="350"/>
                                        <p:tgtEl>
                                          <p:spTgt spid="11"/>
                                        </p:tgtEl>
                                      </p:cBhvr>
                                    </p:animEffect>
                                  </p:childTnLst>
                                </p:cTn>
                              </p:par>
                              <p:par>
                                <p:cTn id="112" presetID="22" presetClass="entr" presetSubtype="8" fill="hold" grpId="0" nodeType="withEffect">
                                  <p:stCondLst>
                                    <p:cond delay="0"/>
                                  </p:stCondLst>
                                  <p:childTnLst>
                                    <p:set>
                                      <p:cBhvr>
                                        <p:cTn id="110" dur="1" fill="hold">
                                          <p:stCondLst>
                                            <p:cond delay="0"/>
                                          </p:stCondLst>
                                        </p:cTn>
                                        <p:tgtEl>
                                          <p:spTgt spid="12"/>
                                        </p:tgtEl>
                                        <p:attrNameLst>
                                          <p:attrName>style.visibility</p:attrName>
                                        </p:attrNameLst>
                                      </p:cBhvr>
                                      <p:to>
                                        <p:strVal val="visible"/>
                                      </p:to>
                                    </p:set>
                                    <p:animEffect transition="in" filter="wipe(left)">
                                      <p:cBhvr>
                                        <p:cTn id="111"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auto:0:wipeD"/>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auto:1:fade"/>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auto:2:fade"/>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auto:3:wipeD"/>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auto:4:fade"/>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auto:5:fade"/>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auto:6:wipeD"/>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auto:7:fade"/>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auto:8:fade"/>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wipe(left)">
                                      <p:cBhvr>
                                        <p:cTn id="33" dur="350"/>
                                        <p:tgtEl>
                                          <p:spTgt spid="5"/>
                                        </p:tgtEl>
                                      </p:cBhvr>
                                    </p:animEffect>
                                  </p:childTnLst>
                                </p:cTn>
                              </p:par>
                              <p:par>
                                <p:cTn id="37" presetID="22" presetClass="entr" presetSubtype="8"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wipe(left)">
                                      <p:cBhvr>
                                        <p:cTn id="36" dur="350"/>
                                        <p:tgtEl>
                                          <p:spTgt spid="6"/>
                                        </p:tgtEl>
                                      </p:cBhvr>
                                    </p:animEffect>
                                  </p:childTnLst>
                                </p:cTn>
                              </p:par>
                            </p:childTnLst>
                          </p:cTn>
                        </p:par>
                      </p:childTnLst>
                    </p:cTn>
                  </p:par>
                  <p:par>
                    <p:cTn id="46" fill="hold">
                      <p:stCondLst>
                        <p:cond delay="indefinite"/>
                      </p:stCondLst>
                      <p:childTnLst>
                        <p:par>
                          <p:cTn id="47" fill="hold">
                            <p:stCondLst>
                              <p:cond delay="0"/>
                            </p:stCondLst>
                            <p:childTnLst>
                              <p:par>
                                <p:cTn id="42" presetID="22" presetClass="entr" presetSubtype="8"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350"/>
                                        <p:tgtEl>
                                          <p:spTgt spid="7"/>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wipe(left)">
                                      <p:cBhvr>
                                        <p:cTn id="44" dur="350"/>
                                        <p:tgtEl>
                                          <p:spTgt spid="8"/>
                                        </p:tgtEl>
                                      </p:cBhvr>
                                    </p:animEffect>
                                  </p:childTnLst>
                                </p:cTn>
                              </p:par>
                            </p:childTnLst>
                          </p:cTn>
                        </p:par>
                      </p:childTnLst>
                    </p:cTn>
                  </p:par>
                  <p:par>
                    <p:cTn id="54" fill="hold">
                      <p:stCondLst>
                        <p:cond delay="indefinite"/>
                      </p:stCondLst>
                      <p:childTnLst>
                        <p:par>
                          <p:cTn id="55"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wipe(left)">
                                      <p:cBhvr>
                                        <p:cTn id="49" dur="350"/>
                                        <p:tgtEl>
                                          <p:spTgt spid="9"/>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350"/>
                                        <p:tgtEl>
                                          <p:spTgt spid="10"/>
                                        </p:tgtEl>
                                      </p:cBhvr>
                                    </p:animEffect>
                                  </p:childTnLst>
                                </p:cTn>
                              </p:par>
                            </p:childTnLst>
                          </p:cTn>
                        </p:par>
                      </p:childTnLst>
                    </p:cTn>
                  </p:par>
                  <p:par>
                    <p:cTn id="62" fill="hold">
                      <p:stCondLst>
                        <p:cond delay="indefinite"/>
                      </p:stCondLst>
                      <p:childTnLst>
                        <p:par>
                          <p:cTn id="63" fill="hold">
                            <p:stCondLst>
                              <p:cond delay="0"/>
                            </p:stCondLst>
                            <p:childTnLst>
                              <p:par>
                                <p:cTn id="58" presetID="22" presetClass="entr" presetSubtype="8" fill="hold" grpId="0" nodeType="click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wipe(left)">
                                      <p:cBhvr>
                                        <p:cTn id="57" dur="350"/>
                                        <p:tgtEl>
                                          <p:spTgt spid="11"/>
                                        </p:tgtEl>
                                      </p:cBhvr>
                                    </p:animEffect>
                                  </p:childTnLst>
                                </p:cTn>
                              </p:par>
                              <p:par>
                                <p:cTn id="61" presetID="22" presetClass="entr" presetSubtype="8"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wipe(left)">
                                      <p:cBhvr>
                                        <p:cTn id="60" dur="350"/>
                                        <p:tgtEl>
                                          <p:spTgt spid="12"/>
                                        </p:tgtEl>
                                      </p:cBhvr>
                                    </p:animEffect>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wipe(left)">
                                      <p:cBhvr>
                                        <p:cTn id="65" dur="350"/>
                                        <p:tgtEl>
                                          <p:spTgt spid="13"/>
                                        </p:tgtEl>
                                      </p:cBhvr>
                                    </p:animEffect>
                                  </p:childTnLst>
                                </p:cTn>
                              </p:par>
                              <p:par>
                                <p:cTn id="69" presetID="22" presetClass="entr" presetSubtype="8"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wipe(left)">
                                      <p:cBhvr>
                                        <p:cTn id="6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zoom"/>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fade"/>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zoom"/>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fade"/>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zoom"/>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fade"/>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zoom"/>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fade"/>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zoom"/>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fade"/>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zoom"/>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fade"/>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wipeL"/>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wipeL"/>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wipeL"/>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wipeL"/>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wipeL"/>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wipeL"/>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wipeL"/>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wipeL"/>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zoom"/>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6" presetID="53"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50"/>
                                        <p:tgtEl>
                                          <p:spTgt spid="5"/>
                                        </p:tgtEl>
                                      </p:cBhvr>
                                    </p:animEffect>
                                    <p:animScale>
                                      <p:cBhvr>
                                        <p:cTn id="5" dur="450" fill="hold"/>
                                        <p:tgtEl>
                                          <p:spTgt spid="5"/>
                                        </p:tgtEl>
                                      </p:cBhvr>
                                      <p:from x="60000" y="60000"/>
                                      <p:to x="100000" y="100000"/>
                                    </p:animScale>
                                  </p:childTnLst>
                                </p:cTn>
                              </p:par>
                              <p:par>
                                <p:cTn id="9"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9" fill="hold">
                      <p:stCondLst>
                        <p:cond delay="indefinite"/>
                      </p:stCondLst>
                      <p:childTnLst>
                        <p:par>
                          <p:cTn id="20" fill="hold">
                            <p:stCondLst>
                              <p:cond delay="0"/>
                            </p:stCondLst>
                            <p:childTnLst>
                              <p:par>
                                <p:cTn id="15" presetID="53"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Scale>
                                      <p:cBhvr>
                                        <p:cTn id="14" dur="450" fill="hold"/>
                                        <p:tgtEl>
                                          <p:spTgt spid="7"/>
                                        </p:tgtEl>
                                      </p:cBhvr>
                                      <p:from x="60000" y="60000"/>
                                      <p:to x="100000" y="100000"/>
                                    </p:animScale>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24" presetID="53"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Scale>
                                      <p:cBhvr>
                                        <p:cTn id="23" dur="450" fill="hold"/>
                                        <p:tgtEl>
                                          <p:spTgt spid="9"/>
                                        </p:tgtEl>
                                      </p:cBhvr>
                                      <p:from x="60000" y="60000"/>
                                      <p:to x="100000" y="100000"/>
                                    </p:animScale>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3" presetID="53"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Scale>
                                      <p:cBhvr>
                                        <p:cTn id="32" dur="450" fill="hold"/>
                                        <p:tgtEl>
                                          <p:spTgt spid="11"/>
                                        </p:tgtEl>
                                      </p:cBhvr>
                                      <p:from x="60000" y="60000"/>
                                      <p:to x="100000" y="100000"/>
                                    </p:animScale>
                                  </p:childTnLst>
                                </p:cTn>
                              </p:par>
                              <p:par>
                                <p:cTn id="36"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2" presetID="53"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Scale>
                                      <p:cBhvr>
                                        <p:cTn id="41" dur="450" fill="hold"/>
                                        <p:tgtEl>
                                          <p:spTgt spid="13"/>
                                        </p:tgtEl>
                                      </p:cBhvr>
                                      <p:from x="60000" y="60000"/>
                                      <p:to x="100000" y="100000"/>
                                    </p:animScale>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1" presetID="53"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Scale>
                                      <p:cBhvr>
                                        <p:cTn id="50" dur="450" fill="hold"/>
                                        <p:tgtEl>
                                          <p:spTgt spid="15"/>
                                        </p:tgtEl>
                                      </p:cBhvr>
                                      <p:from x="60000" y="60000"/>
                                      <p:to x="100000" y="100000"/>
                                    </p:animScale>
                                  </p:childTnLst>
                                </p:cTn>
                              </p:par>
                              <p:par>
                                <p:cTn id="54"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00"/>
                                        <p:tgtEl>
                                          <p:spTgt spid="16"/>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350"/>
                                        <p:tgtEl>
                                          <p:spTgt spid="19"/>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350"/>
                                        <p:tgtEl>
                                          <p:spTgt spid="21"/>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wipe(left)">
                                      <p:cBhvr>
                                        <p:cTn id="77" dur="350"/>
                                        <p:tgtEl>
                                          <p:spTgt spid="22"/>
                                        </p:tgtEl>
                                      </p:cBhvr>
                                    </p:animEffect>
                                  </p:childTnLst>
                                </p:cTn>
                              </p:par>
                            </p:childTnLst>
                          </p:cTn>
                        </p:par>
                      </p:childTnLst>
                    </p:cTn>
                  </p:par>
                  <p:par>
                    <p:cTn id="87" fill="hold">
                      <p:stCondLst>
                        <p:cond delay="indefinite"/>
                      </p:stCondLst>
                      <p:childTnLst>
                        <p:par>
                          <p:cTn id="88" fill="hold">
                            <p:stCondLst>
                              <p:cond delay="0"/>
                            </p:stCondLst>
                            <p:childTnLst>
                              <p:par>
                                <p:cTn id="83" presetID="22" presetClass="entr" presetSubtype="8" fill="hold" grpId="0" nodeType="click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2" dur="350"/>
                                        <p:tgtEl>
                                          <p:spTgt spid="23"/>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wipe(left)">
                                      <p:cBhvr>
                                        <p:cTn id="85" dur="350"/>
                                        <p:tgtEl>
                                          <p:spTgt spid="24"/>
                                        </p:tgtEl>
                                      </p:cBhvr>
                                    </p:animEffect>
                                  </p:childTnLst>
                                </p:cTn>
                              </p:par>
                            </p:childTnLst>
                          </p:cTn>
                        </p:par>
                      </p:childTnLst>
                    </p:cTn>
                  </p:par>
                  <p:par>
                    <p:cTn id="93" fill="hold">
                      <p:stCondLst>
                        <p:cond delay="indefinite"/>
                      </p:stCondLst>
                      <p:childTnLst>
                        <p:par>
                          <p:cTn id="94" fill="hold">
                            <p:stCondLst>
                              <p:cond delay="0"/>
                            </p:stCondLst>
                            <p:childTnLst>
                              <p:par>
                                <p:cTn id="92" presetID="53" presetClass="entr" presetSubtype="0" fill="hold" grpId="0" nodeType="click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Scale>
                                      <p:cBhvr>
                                        <p:cTn id="91" dur="450" fill="hold"/>
                                        <p:tgtEl>
                                          <p:spTgt spid="25"/>
                                        </p:tgtEl>
                                      </p:cBhvr>
                                      <p:from x="60000" y="60000"/>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2026-09-04T14:42:16Z</dcterms:created>
  <dcterms:modified xsi:type="dcterms:W3CDTF">2026-09-04T14:42:16Z</dcterms:modified>
</cp:coreProperties>
</file>